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5" r:id="rId6"/>
    <p:sldId id="343" r:id="rId7"/>
    <p:sldId id="263" r:id="rId8"/>
    <p:sldId id="346" r:id="rId9"/>
    <p:sldId id="344" r:id="rId10"/>
    <p:sldId id="282" r:id="rId11"/>
    <p:sldId id="347" r:id="rId12"/>
    <p:sldId id="348" r:id="rId13"/>
    <p:sldId id="349" r:id="rId14"/>
    <p:sldId id="350" r:id="rId15"/>
    <p:sldId id="353" r:id="rId16"/>
    <p:sldId id="354" r:id="rId17"/>
    <p:sldId id="355" r:id="rId18"/>
    <p:sldId id="356" r:id="rId19"/>
    <p:sldId id="358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280" r:id="rId31"/>
  </p:sldIdLst>
  <p:sldSz cx="9144000" cy="5143500" type="screen16x9"/>
  <p:notesSz cx="6858000" cy="9144000"/>
  <p:embeddedFontLst>
    <p:embeddedFont>
      <p:font typeface="DM Serif Text" charset="0"/>
      <p:regular r:id="rId33"/>
    </p:embeddedFont>
    <p:embeddedFont>
      <p:font typeface="Orbitron" charset="0"/>
      <p:regular r:id="rId34"/>
    </p:embeddedFont>
    <p:embeddedFont>
      <p:font typeface="Quicksand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1" d="100"/>
          <a:sy n="121" d="100"/>
        </p:scale>
        <p:origin x="-346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14431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f17053b67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f17053b67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cc9050bdf8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cc9050bdf8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f60122e166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f60122e166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cc9050bdf8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cc9050bdf8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gcc9050bdf8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0" name="Google Shape;2330;gcc9050bdf8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cc9050bdf8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cc9050bdf8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" name="Google Shape;10;p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20000" y="1185650"/>
            <a:ext cx="3852000" cy="23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90635" y="3761000"/>
            <a:ext cx="3909900" cy="4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204287" y="3218546"/>
            <a:ext cx="2751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24" name="Google Shape;24;p3"/>
          <p:cNvGrpSpPr/>
          <p:nvPr/>
        </p:nvGrpSpPr>
        <p:grpSpPr>
          <a:xfrm>
            <a:off x="2038439" y="258000"/>
            <a:ext cx="5082995" cy="4627500"/>
            <a:chOff x="3704375" y="258050"/>
            <a:chExt cx="5082995" cy="4627500"/>
          </a:xfrm>
        </p:grpSpPr>
        <p:sp>
          <p:nvSpPr>
            <p:cNvPr id="25" name="Google Shape;25;p3"/>
            <p:cNvSpPr/>
            <p:nvPr/>
          </p:nvSpPr>
          <p:spPr>
            <a:xfrm>
              <a:off x="3704375" y="258050"/>
              <a:ext cx="50820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05370" y="258050"/>
              <a:ext cx="50820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" name="Google Shape;27;p3"/>
            <p:cNvGrpSpPr/>
            <p:nvPr/>
          </p:nvGrpSpPr>
          <p:grpSpPr>
            <a:xfrm rot="10800000" flipH="1">
              <a:off x="5829576" y="4657459"/>
              <a:ext cx="825589" cy="93999"/>
              <a:chOff x="5718423" y="809024"/>
              <a:chExt cx="830071" cy="94500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" name="Google Shape;32;p3"/>
            <p:cNvGrpSpPr/>
            <p:nvPr/>
          </p:nvGrpSpPr>
          <p:grpSpPr>
            <a:xfrm>
              <a:off x="3932900" y="407050"/>
              <a:ext cx="4491000" cy="262500"/>
              <a:chOff x="3646108" y="393414"/>
              <a:chExt cx="4491000" cy="262500"/>
            </a:xfrm>
          </p:grpSpPr>
          <p:sp>
            <p:nvSpPr>
              <p:cNvPr id="33" name="Google Shape;33;p3"/>
              <p:cNvSpPr/>
              <p:nvPr/>
            </p:nvSpPr>
            <p:spPr>
              <a:xfrm>
                <a:off x="3646108" y="393414"/>
                <a:ext cx="4491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" name="Google Shape;34;p3"/>
              <p:cNvGrpSpPr/>
              <p:nvPr/>
            </p:nvGrpSpPr>
            <p:grpSpPr>
              <a:xfrm rot="10800000" flipH="1">
                <a:off x="3850212" y="483688"/>
                <a:ext cx="429322" cy="93999"/>
                <a:chOff x="9164898" y="744468"/>
                <a:chExt cx="431653" cy="94500"/>
              </a:xfrm>
            </p:grpSpPr>
            <p:sp>
              <p:nvSpPr>
                <p:cNvPr id="35" name="Google Shape;35;p3"/>
                <p:cNvSpPr/>
                <p:nvPr/>
              </p:nvSpPr>
              <p:spPr>
                <a:xfrm>
                  <a:off x="9164898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3"/>
                <p:cNvSpPr/>
                <p:nvPr/>
              </p:nvSpPr>
              <p:spPr>
                <a:xfrm>
                  <a:off x="9333475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3"/>
                <p:cNvSpPr/>
                <p:nvPr/>
              </p:nvSpPr>
              <p:spPr>
                <a:xfrm>
                  <a:off x="9502051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0" name="Google Shape;40;p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" name="Google Shape;42;p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" name="Google Shape;49;p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0" name="Google Shape;50;p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7" name="Google Shape;57;p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59;p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" name="Google Shape;66;p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7" name="Google Shape;67;p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1"/>
          </p:nvPr>
        </p:nvSpPr>
        <p:spPr>
          <a:xfrm>
            <a:off x="1987512" y="3526750"/>
            <a:ext cx="1857000" cy="8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2"/>
          </p:nvPr>
        </p:nvSpPr>
        <p:spPr>
          <a:xfrm>
            <a:off x="5297750" y="3526752"/>
            <a:ext cx="1857000" cy="8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3"/>
          </p:nvPr>
        </p:nvSpPr>
        <p:spPr>
          <a:xfrm>
            <a:off x="1987512" y="3102825"/>
            <a:ext cx="1857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4"/>
          </p:nvPr>
        </p:nvSpPr>
        <p:spPr>
          <a:xfrm>
            <a:off x="5297750" y="3102825"/>
            <a:ext cx="1857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7" name="Google Shape;77;p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" name="Google Shape;79;p6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0" name="Google Shape;80;p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" name="Google Shape;84;p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 rot="10800000" flipH="1">
                <a:off x="543498" y="483688"/>
                <a:ext cx="93990" cy="9399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0" name="Google Shape;90;p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3" name="Google Shape;93;p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" name="Google Shape;97;p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8" name="Google Shape;98;p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9" name="Google Shape;99;p7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0" name="Google Shape;100;p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726454" y="1379050"/>
            <a:ext cx="3251400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726454" y="2297340"/>
            <a:ext cx="3251400" cy="14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1132541" y="872113"/>
            <a:ext cx="6880552" cy="3180876"/>
            <a:chOff x="358350" y="258050"/>
            <a:chExt cx="8428950" cy="3896700"/>
          </a:xfrm>
        </p:grpSpPr>
        <p:sp>
          <p:nvSpPr>
            <p:cNvPr id="107" name="Google Shape;107;p8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" name="Google Shape;110;p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2" name="Google Shape;112;p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2060993" y="1717300"/>
            <a:ext cx="5016300" cy="17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6" name="Google Shape;116;p8"/>
          <p:cNvGrpSpPr/>
          <p:nvPr/>
        </p:nvGrpSpPr>
        <p:grpSpPr>
          <a:xfrm rot="10800000" flipH="1">
            <a:off x="4163640" y="3895409"/>
            <a:ext cx="825589" cy="93999"/>
            <a:chOff x="5718423" y="809024"/>
            <a:chExt cx="830071" cy="94500"/>
          </a:xfrm>
        </p:grpSpPr>
        <p:sp>
          <p:nvSpPr>
            <p:cNvPr id="117" name="Google Shape;117;p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23" name="Google Shape;123;p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" name="Google Shape;125;p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31" name="Google Shape;131;p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2" name="Google Shape;132;p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33" name="Google Shape;133;p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 rot="625">
            <a:off x="720000" y="2140064"/>
            <a:ext cx="3297600" cy="14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subTitle" idx="1"/>
          </p:nvPr>
        </p:nvSpPr>
        <p:spPr>
          <a:xfrm>
            <a:off x="4712700" y="1444133"/>
            <a:ext cx="3458100" cy="22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892810" y="3310675"/>
            <a:ext cx="3793800" cy="95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1"/>
          <p:cNvGrpSpPr/>
          <p:nvPr/>
        </p:nvGrpSpPr>
        <p:grpSpPr>
          <a:xfrm>
            <a:off x="719282" y="771352"/>
            <a:ext cx="6880555" cy="2625711"/>
            <a:chOff x="358361" y="258062"/>
            <a:chExt cx="8428954" cy="3216600"/>
          </a:xfrm>
        </p:grpSpPr>
        <p:sp>
          <p:nvSpPr>
            <p:cNvPr id="142" name="Google Shape;142;p11"/>
            <p:cNvSpPr/>
            <p:nvPr/>
          </p:nvSpPr>
          <p:spPr>
            <a:xfrm>
              <a:off x="358361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360015" y="258062"/>
              <a:ext cx="8427300" cy="32166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" name="Google Shape;144;p1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45" name="Google Shape;145;p1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6" name="Google Shape;146;p1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47" name="Google Shape;147;p1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48;p1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49;p1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50" name="Google Shape;150;p11"/>
          <p:cNvGrpSpPr/>
          <p:nvPr/>
        </p:nvGrpSpPr>
        <p:grpSpPr>
          <a:xfrm>
            <a:off x="3521825" y="2937975"/>
            <a:ext cx="4695887" cy="1063125"/>
            <a:chOff x="486920" y="1114962"/>
            <a:chExt cx="5350828" cy="1211400"/>
          </a:xfrm>
        </p:grpSpPr>
        <p:sp>
          <p:nvSpPr>
            <p:cNvPr id="151" name="Google Shape;151;p11"/>
            <p:cNvSpPr/>
            <p:nvPr/>
          </p:nvSpPr>
          <p:spPr>
            <a:xfrm>
              <a:off x="486920" y="1114962"/>
              <a:ext cx="5350800" cy="1211400"/>
            </a:xfrm>
            <a:prstGeom prst="roundRect">
              <a:avLst>
                <a:gd name="adj" fmla="val 1492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486949" y="1114991"/>
              <a:ext cx="535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53;p11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54" name="Google Shape;154;p11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7" name="Google Shape;157;p11"/>
          <p:cNvSpPr txBox="1">
            <a:spLocks noGrp="1"/>
          </p:cNvSpPr>
          <p:nvPr>
            <p:ph type="title" hasCustomPrompt="1"/>
          </p:nvPr>
        </p:nvSpPr>
        <p:spPr>
          <a:xfrm>
            <a:off x="870732" y="1117196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8" name="Google Shape;158;p11"/>
          <p:cNvSpPr txBox="1">
            <a:spLocks noGrp="1"/>
          </p:cNvSpPr>
          <p:nvPr>
            <p:ph type="subTitle" idx="1"/>
          </p:nvPr>
        </p:nvSpPr>
        <p:spPr>
          <a:xfrm>
            <a:off x="3674050" y="3404742"/>
            <a:ext cx="45075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_ONLY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3"/>
          <p:cNvGrpSpPr/>
          <p:nvPr/>
        </p:nvGrpSpPr>
        <p:grpSpPr>
          <a:xfrm>
            <a:off x="1726975" y="3299800"/>
            <a:ext cx="5690038" cy="1408548"/>
            <a:chOff x="486920" y="1114962"/>
            <a:chExt cx="6483635" cy="1605000"/>
          </a:xfrm>
        </p:grpSpPr>
        <p:sp>
          <p:nvSpPr>
            <p:cNvPr id="162" name="Google Shape;162;p13"/>
            <p:cNvSpPr/>
            <p:nvPr/>
          </p:nvSpPr>
          <p:spPr>
            <a:xfrm>
              <a:off x="486920" y="1114962"/>
              <a:ext cx="6483600" cy="1605000"/>
            </a:xfrm>
            <a:prstGeom prst="roundRect">
              <a:avLst>
                <a:gd name="adj" fmla="val 1492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486955" y="1114991"/>
              <a:ext cx="64836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4" name="Google Shape;164;p1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65" name="Google Shape;165;p1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2008044" y="3684600"/>
            <a:ext cx="5127900" cy="95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/>
          <p:nvPr/>
        </p:nvSpPr>
        <p:spPr>
          <a:xfrm>
            <a:off x="822316" y="1320388"/>
            <a:ext cx="6879300" cy="3180900"/>
          </a:xfrm>
          <a:prstGeom prst="roundRect">
            <a:avLst>
              <a:gd name="adj" fmla="val 555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823663" y="1320388"/>
            <a:ext cx="6879300" cy="3180900"/>
          </a:xfrm>
          <a:prstGeom prst="roundRect">
            <a:avLst>
              <a:gd name="adj" fmla="val 5555"/>
            </a:avLst>
          </a:prstGeom>
          <a:gradFill>
            <a:gsLst>
              <a:gs pos="0">
                <a:schemeClr val="lt1"/>
              </a:gs>
              <a:gs pos="100000">
                <a:srgbClr val="66BEE9">
                  <a:alpha val="3450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" name="Google Shape;172;p14"/>
          <p:cNvGrpSpPr/>
          <p:nvPr/>
        </p:nvGrpSpPr>
        <p:grpSpPr>
          <a:xfrm>
            <a:off x="1034813" y="1442025"/>
            <a:ext cx="6457015" cy="214279"/>
            <a:chOff x="433216" y="393424"/>
            <a:chExt cx="7910100" cy="262500"/>
          </a:xfrm>
        </p:grpSpPr>
        <p:sp>
          <p:nvSpPr>
            <p:cNvPr id="173" name="Google Shape;173;p14"/>
            <p:cNvSpPr/>
            <p:nvPr/>
          </p:nvSpPr>
          <p:spPr>
            <a:xfrm>
              <a:off x="433216" y="393424"/>
              <a:ext cx="79101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4"/>
            <p:cNvGrpSpPr/>
            <p:nvPr/>
          </p:nvGrpSpPr>
          <p:grpSpPr>
            <a:xfrm rot="10800000" flipH="1">
              <a:off x="543498" y="483688"/>
              <a:ext cx="429322" cy="93999"/>
              <a:chOff x="5840230" y="744468"/>
              <a:chExt cx="431653" cy="94500"/>
            </a:xfrm>
          </p:grpSpPr>
          <p:sp>
            <p:nvSpPr>
              <p:cNvPr id="175" name="Google Shape;175;p14"/>
              <p:cNvSpPr/>
              <p:nvPr/>
            </p:nvSpPr>
            <p:spPr>
              <a:xfrm>
                <a:off x="5840230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4"/>
              <p:cNvSpPr/>
              <p:nvPr/>
            </p:nvSpPr>
            <p:spPr>
              <a:xfrm>
                <a:off x="6008807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4"/>
              <p:cNvSpPr/>
              <p:nvPr/>
            </p:nvSpPr>
            <p:spPr>
              <a:xfrm>
                <a:off x="6177384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8" name="Google Shape;178;p14"/>
          <p:cNvGrpSpPr/>
          <p:nvPr/>
        </p:nvGrpSpPr>
        <p:grpSpPr>
          <a:xfrm rot="10800000" flipH="1">
            <a:off x="3745690" y="4147259"/>
            <a:ext cx="825589" cy="93999"/>
            <a:chOff x="5718423" y="809024"/>
            <a:chExt cx="830071" cy="94500"/>
          </a:xfrm>
        </p:grpSpPr>
        <p:sp>
          <p:nvSpPr>
            <p:cNvPr id="179" name="Google Shape;179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1117524" y="2165575"/>
            <a:ext cx="3985500" cy="17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5"/>
          <p:cNvGrpSpPr/>
          <p:nvPr/>
        </p:nvGrpSpPr>
        <p:grpSpPr>
          <a:xfrm>
            <a:off x="992838" y="904500"/>
            <a:ext cx="5250302" cy="3334500"/>
            <a:chOff x="992838" y="904500"/>
            <a:chExt cx="5250302" cy="3334500"/>
          </a:xfrm>
        </p:grpSpPr>
        <p:sp>
          <p:nvSpPr>
            <p:cNvPr id="186" name="Google Shape;186;p15"/>
            <p:cNvSpPr/>
            <p:nvPr/>
          </p:nvSpPr>
          <p:spPr>
            <a:xfrm>
              <a:off x="992838" y="904500"/>
              <a:ext cx="5250300" cy="33345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992839" y="904525"/>
              <a:ext cx="5250300" cy="311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" name="Google Shape;188;p15"/>
            <p:cNvGrpSpPr/>
            <p:nvPr/>
          </p:nvGrpSpPr>
          <p:grpSpPr>
            <a:xfrm rot="10800000" flipH="1">
              <a:off x="1110661" y="1018658"/>
              <a:ext cx="376790" cy="82489"/>
              <a:chOff x="5578333" y="744468"/>
              <a:chExt cx="431653" cy="94500"/>
            </a:xfrm>
          </p:grpSpPr>
          <p:sp>
            <p:nvSpPr>
              <p:cNvPr id="189" name="Google Shape;189;p15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2" name="Google Shape;192;p15"/>
          <p:cNvGrpSpPr/>
          <p:nvPr/>
        </p:nvGrpSpPr>
        <p:grpSpPr>
          <a:xfrm>
            <a:off x="5273838" y="1640250"/>
            <a:ext cx="2877315" cy="1945800"/>
            <a:chOff x="5273838" y="1640250"/>
            <a:chExt cx="2877315" cy="1945800"/>
          </a:xfrm>
        </p:grpSpPr>
        <p:sp>
          <p:nvSpPr>
            <p:cNvPr id="193" name="Google Shape;193;p15"/>
            <p:cNvSpPr/>
            <p:nvPr/>
          </p:nvSpPr>
          <p:spPr>
            <a:xfrm>
              <a:off x="5273838" y="1640250"/>
              <a:ext cx="2877300" cy="1945800"/>
            </a:xfrm>
            <a:prstGeom prst="roundRect">
              <a:avLst>
                <a:gd name="adj" fmla="val 1492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5273853" y="1640275"/>
              <a:ext cx="2877300" cy="311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" name="Google Shape;195;p15"/>
            <p:cNvGrpSpPr/>
            <p:nvPr/>
          </p:nvGrpSpPr>
          <p:grpSpPr>
            <a:xfrm rot="10800000" flipH="1">
              <a:off x="5391661" y="1754408"/>
              <a:ext cx="376790" cy="82489"/>
              <a:chOff x="5578333" y="744468"/>
              <a:chExt cx="431653" cy="94500"/>
            </a:xfrm>
          </p:grpSpPr>
          <p:sp>
            <p:nvSpPr>
              <p:cNvPr id="196" name="Google Shape;196;p15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9" name="Google Shape;199;p15"/>
          <p:cNvSpPr txBox="1">
            <a:spLocks noGrp="1"/>
          </p:cNvSpPr>
          <p:nvPr>
            <p:ph type="title" hasCustomPrompt="1"/>
          </p:nvPr>
        </p:nvSpPr>
        <p:spPr>
          <a:xfrm>
            <a:off x="1296525" y="2183825"/>
            <a:ext cx="3726300" cy="11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1"/>
          </p:nvPr>
        </p:nvSpPr>
        <p:spPr>
          <a:xfrm>
            <a:off x="5453863" y="2347025"/>
            <a:ext cx="2517300" cy="8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6"/>
          <p:cNvGrpSpPr/>
          <p:nvPr/>
        </p:nvGrpSpPr>
        <p:grpSpPr>
          <a:xfrm>
            <a:off x="1214950" y="683850"/>
            <a:ext cx="6714114" cy="3775800"/>
            <a:chOff x="1214950" y="683850"/>
            <a:chExt cx="6714114" cy="3775800"/>
          </a:xfrm>
        </p:grpSpPr>
        <p:sp>
          <p:nvSpPr>
            <p:cNvPr id="203" name="Google Shape;203;p16"/>
            <p:cNvSpPr/>
            <p:nvPr/>
          </p:nvSpPr>
          <p:spPr>
            <a:xfrm>
              <a:off x="1214950" y="683850"/>
              <a:ext cx="6712800" cy="37758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1216264" y="683850"/>
              <a:ext cx="6712800" cy="37758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" name="Google Shape;205;p16"/>
            <p:cNvGrpSpPr/>
            <p:nvPr/>
          </p:nvGrpSpPr>
          <p:grpSpPr>
            <a:xfrm rot="10800000" flipH="1">
              <a:off x="4223153" y="4134459"/>
              <a:ext cx="825589" cy="93999"/>
              <a:chOff x="5718423" y="809024"/>
              <a:chExt cx="830071" cy="94500"/>
            </a:xfrm>
          </p:grpSpPr>
          <p:sp>
            <p:nvSpPr>
              <p:cNvPr id="206" name="Google Shape;206;p1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16"/>
            <p:cNvGrpSpPr/>
            <p:nvPr/>
          </p:nvGrpSpPr>
          <p:grpSpPr>
            <a:xfrm>
              <a:off x="1513591" y="878275"/>
              <a:ext cx="6115500" cy="262500"/>
              <a:chOff x="3646122" y="393414"/>
              <a:chExt cx="6115500" cy="262500"/>
            </a:xfrm>
          </p:grpSpPr>
          <p:sp>
            <p:nvSpPr>
              <p:cNvPr id="211" name="Google Shape;211;p16"/>
              <p:cNvSpPr/>
              <p:nvPr/>
            </p:nvSpPr>
            <p:spPr>
              <a:xfrm>
                <a:off x="3646122" y="393414"/>
                <a:ext cx="61155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2" name="Google Shape;212;p16"/>
              <p:cNvGrpSpPr/>
              <p:nvPr/>
            </p:nvGrpSpPr>
            <p:grpSpPr>
              <a:xfrm rot="10800000" flipH="1">
                <a:off x="3850212" y="483688"/>
                <a:ext cx="429322" cy="93999"/>
                <a:chOff x="9164898" y="744468"/>
                <a:chExt cx="431653" cy="94500"/>
              </a:xfrm>
            </p:grpSpPr>
            <p:sp>
              <p:nvSpPr>
                <p:cNvPr id="213" name="Google Shape;213;p16"/>
                <p:cNvSpPr/>
                <p:nvPr/>
              </p:nvSpPr>
              <p:spPr>
                <a:xfrm>
                  <a:off x="9164898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16"/>
                <p:cNvSpPr/>
                <p:nvPr/>
              </p:nvSpPr>
              <p:spPr>
                <a:xfrm>
                  <a:off x="9333475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16"/>
                <p:cNvSpPr/>
                <p:nvPr/>
              </p:nvSpPr>
              <p:spPr>
                <a:xfrm>
                  <a:off x="9502051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16" name="Google Shape;216;p16"/>
          <p:cNvSpPr txBox="1">
            <a:spLocks noGrp="1"/>
          </p:cNvSpPr>
          <p:nvPr>
            <p:ph type="title"/>
          </p:nvPr>
        </p:nvSpPr>
        <p:spPr>
          <a:xfrm>
            <a:off x="2260900" y="1488475"/>
            <a:ext cx="3402600" cy="13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ubTitle" idx="1"/>
          </p:nvPr>
        </p:nvSpPr>
        <p:spPr>
          <a:xfrm>
            <a:off x="2260899" y="3051871"/>
            <a:ext cx="2751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title" idx="2" hasCustomPrompt="1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7"/>
          <p:cNvGrpSpPr/>
          <p:nvPr/>
        </p:nvGrpSpPr>
        <p:grpSpPr>
          <a:xfrm>
            <a:off x="1146886" y="734700"/>
            <a:ext cx="6850227" cy="3674100"/>
            <a:chOff x="844825" y="516450"/>
            <a:chExt cx="7706409" cy="3674100"/>
          </a:xfrm>
        </p:grpSpPr>
        <p:sp>
          <p:nvSpPr>
            <p:cNvPr id="221" name="Google Shape;221;p17"/>
            <p:cNvSpPr/>
            <p:nvPr/>
          </p:nvSpPr>
          <p:spPr>
            <a:xfrm>
              <a:off x="844825" y="516450"/>
              <a:ext cx="7704900" cy="36741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846334" y="516450"/>
              <a:ext cx="7704900" cy="36741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17"/>
          <p:cNvSpPr/>
          <p:nvPr/>
        </p:nvSpPr>
        <p:spPr>
          <a:xfrm>
            <a:off x="1489650" y="970075"/>
            <a:ext cx="6164700" cy="262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17"/>
          <p:cNvGrpSpPr/>
          <p:nvPr/>
        </p:nvGrpSpPr>
        <p:grpSpPr>
          <a:xfrm rot="10800000" flipH="1">
            <a:off x="1638694" y="1060348"/>
            <a:ext cx="429322" cy="93999"/>
            <a:chOff x="9164898" y="744468"/>
            <a:chExt cx="431653" cy="94500"/>
          </a:xfrm>
        </p:grpSpPr>
        <p:sp>
          <p:nvSpPr>
            <p:cNvPr id="225" name="Google Shape;225;p17"/>
            <p:cNvSpPr/>
            <p:nvPr/>
          </p:nvSpPr>
          <p:spPr>
            <a:xfrm>
              <a:off x="9164898" y="744468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9333475" y="744468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9502051" y="744468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17"/>
          <p:cNvGrpSpPr/>
          <p:nvPr/>
        </p:nvGrpSpPr>
        <p:grpSpPr>
          <a:xfrm rot="10800000" flipH="1">
            <a:off x="4311103" y="4053859"/>
            <a:ext cx="825589" cy="93999"/>
            <a:chOff x="5718423" y="809024"/>
            <a:chExt cx="830071" cy="94500"/>
          </a:xfrm>
        </p:grpSpPr>
        <p:sp>
          <p:nvSpPr>
            <p:cNvPr id="229" name="Google Shape;229;p1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2728575" y="1623825"/>
            <a:ext cx="4228800" cy="125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subTitle" idx="1"/>
          </p:nvPr>
        </p:nvSpPr>
        <p:spPr>
          <a:xfrm>
            <a:off x="2728700" y="3121200"/>
            <a:ext cx="42288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title" idx="2" hasCustomPrompt="1"/>
          </p:nvPr>
        </p:nvSpPr>
        <p:spPr>
          <a:xfrm>
            <a:off x="7267582" y="18262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38" name="Google Shape;238;p1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" name="Google Shape;240;p1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5" name="Google Shape;245;p1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46" name="Google Shape;246;p1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7" name="Google Shape;247;p1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48" name="Google Shape;248;p1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1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1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51" name="Google Shape;251;p18"/>
          <p:cNvSpPr txBox="1">
            <a:spLocks noGrp="1"/>
          </p:cNvSpPr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subTitle" idx="1"/>
          </p:nvPr>
        </p:nvSpPr>
        <p:spPr>
          <a:xfrm>
            <a:off x="1575538" y="3636525"/>
            <a:ext cx="1997400" cy="7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2"/>
          </p:nvPr>
        </p:nvSpPr>
        <p:spPr>
          <a:xfrm>
            <a:off x="5424070" y="3636525"/>
            <a:ext cx="1997400" cy="7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3"/>
          </p:nvPr>
        </p:nvSpPr>
        <p:spPr>
          <a:xfrm>
            <a:off x="1974014" y="3329600"/>
            <a:ext cx="1599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55" name="Google Shape;255;p18"/>
          <p:cNvSpPr txBox="1">
            <a:spLocks noGrp="1"/>
          </p:cNvSpPr>
          <p:nvPr>
            <p:ph type="subTitle" idx="4"/>
          </p:nvPr>
        </p:nvSpPr>
        <p:spPr>
          <a:xfrm>
            <a:off x="5424087" y="3329600"/>
            <a:ext cx="1599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58" name="Google Shape;258;p1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0" name="Google Shape;260;p1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61" name="Google Shape;261;p1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1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66" name="Google Shape;266;p1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7" name="Google Shape;267;p1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68" name="Google Shape;268;p1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1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1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71" name="Google Shape;271;p19"/>
          <p:cNvSpPr txBox="1">
            <a:spLocks noGrp="1"/>
          </p:cNvSpPr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9"/>
          <p:cNvSpPr txBox="1">
            <a:spLocks noGrp="1"/>
          </p:cNvSpPr>
          <p:nvPr>
            <p:ph type="subTitle" idx="1"/>
          </p:nvPr>
        </p:nvSpPr>
        <p:spPr>
          <a:xfrm>
            <a:off x="4244613" y="1724175"/>
            <a:ext cx="2834100" cy="10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9"/>
          <p:cNvSpPr txBox="1">
            <a:spLocks noGrp="1"/>
          </p:cNvSpPr>
          <p:nvPr>
            <p:ph type="subTitle" idx="2"/>
          </p:nvPr>
        </p:nvSpPr>
        <p:spPr>
          <a:xfrm>
            <a:off x="4244613" y="3165775"/>
            <a:ext cx="2834100" cy="10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9"/>
          <p:cNvSpPr txBox="1">
            <a:spLocks noGrp="1"/>
          </p:cNvSpPr>
          <p:nvPr>
            <p:ph type="subTitle" idx="3"/>
          </p:nvPr>
        </p:nvSpPr>
        <p:spPr>
          <a:xfrm>
            <a:off x="2443939" y="1811150"/>
            <a:ext cx="1599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75" name="Google Shape;275;p19"/>
          <p:cNvSpPr txBox="1">
            <a:spLocks noGrp="1"/>
          </p:cNvSpPr>
          <p:nvPr>
            <p:ph type="subTitle" idx="4"/>
          </p:nvPr>
        </p:nvSpPr>
        <p:spPr>
          <a:xfrm>
            <a:off x="2443937" y="3252775"/>
            <a:ext cx="1599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78" name="Google Shape;278;p2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" name="Google Shape;280;p2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2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86" name="Google Shape;286;p2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7" name="Google Shape;287;p2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88" name="Google Shape;288;p2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2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2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91" name="Google Shape;291;p20"/>
          <p:cNvSpPr txBox="1">
            <a:spLocks noGrp="1"/>
          </p:cNvSpPr>
          <p:nvPr>
            <p:ph type="ctrTitle"/>
          </p:nvPr>
        </p:nvSpPr>
        <p:spPr>
          <a:xfrm>
            <a:off x="4884802" y="68790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subTitle" idx="1"/>
          </p:nvPr>
        </p:nvSpPr>
        <p:spPr>
          <a:xfrm>
            <a:off x="4884806" y="1054907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0"/>
          <p:cNvSpPr txBox="1">
            <a:spLocks noGrp="1"/>
          </p:cNvSpPr>
          <p:nvPr>
            <p:ph type="title" idx="2" hasCustomPrompt="1"/>
          </p:nvPr>
        </p:nvSpPr>
        <p:spPr>
          <a:xfrm>
            <a:off x="3900975" y="68590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20"/>
          <p:cNvSpPr txBox="1">
            <a:spLocks noGrp="1"/>
          </p:cNvSpPr>
          <p:nvPr>
            <p:ph type="ctrTitle" idx="3"/>
          </p:nvPr>
        </p:nvSpPr>
        <p:spPr>
          <a:xfrm>
            <a:off x="4884822" y="1702321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endParaRPr/>
          </a:p>
        </p:txBody>
      </p:sp>
      <p:sp>
        <p:nvSpPr>
          <p:cNvPr id="295" name="Google Shape;295;p20"/>
          <p:cNvSpPr txBox="1">
            <a:spLocks noGrp="1"/>
          </p:cNvSpPr>
          <p:nvPr>
            <p:ph type="subTitle" idx="4"/>
          </p:nvPr>
        </p:nvSpPr>
        <p:spPr>
          <a:xfrm>
            <a:off x="4884825" y="2072152"/>
            <a:ext cx="33867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20"/>
          <p:cNvSpPr txBox="1">
            <a:spLocks noGrp="1"/>
          </p:cNvSpPr>
          <p:nvPr>
            <p:ph type="title" idx="5" hasCustomPrompt="1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20"/>
          <p:cNvSpPr txBox="1">
            <a:spLocks noGrp="1"/>
          </p:cNvSpPr>
          <p:nvPr>
            <p:ph type="ctrTitle" idx="6"/>
          </p:nvPr>
        </p:nvSpPr>
        <p:spPr>
          <a:xfrm>
            <a:off x="4884800" y="271675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subTitle" idx="7"/>
          </p:nvPr>
        </p:nvSpPr>
        <p:spPr>
          <a:xfrm>
            <a:off x="4884806" y="3082546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20"/>
          <p:cNvSpPr txBox="1">
            <a:spLocks noGrp="1"/>
          </p:cNvSpPr>
          <p:nvPr>
            <p:ph type="title" idx="8" hasCustomPrompt="1"/>
          </p:nvPr>
        </p:nvSpPr>
        <p:spPr>
          <a:xfrm>
            <a:off x="3900975" y="2708167"/>
            <a:ext cx="9837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20"/>
          <p:cNvSpPr txBox="1">
            <a:spLocks noGrp="1"/>
          </p:cNvSpPr>
          <p:nvPr>
            <p:ph type="subTitle" idx="9"/>
          </p:nvPr>
        </p:nvSpPr>
        <p:spPr>
          <a:xfrm>
            <a:off x="4884804" y="4105722"/>
            <a:ext cx="3386700" cy="4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title" idx="13" hasCustomPrompt="1"/>
          </p:nvPr>
        </p:nvSpPr>
        <p:spPr>
          <a:xfrm>
            <a:off x="3900975" y="3731625"/>
            <a:ext cx="983400" cy="86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302" name="Google Shape;302;p20"/>
          <p:cNvSpPr txBox="1">
            <a:spLocks noGrp="1"/>
          </p:cNvSpPr>
          <p:nvPr>
            <p:ph type="ctrTitle" idx="14"/>
          </p:nvPr>
        </p:nvSpPr>
        <p:spPr>
          <a:xfrm>
            <a:off x="4884800" y="3737199"/>
            <a:ext cx="3488700" cy="3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endParaRPr/>
          </a:p>
        </p:txBody>
      </p:sp>
      <p:sp>
        <p:nvSpPr>
          <p:cNvPr id="303" name="Google Shape;303;p20"/>
          <p:cNvSpPr txBox="1">
            <a:spLocks noGrp="1"/>
          </p:cNvSpPr>
          <p:nvPr>
            <p:ph type="title" idx="15"/>
          </p:nvPr>
        </p:nvSpPr>
        <p:spPr>
          <a:xfrm>
            <a:off x="822750" y="2035128"/>
            <a:ext cx="2835900" cy="10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1"/>
          <p:cNvGrpSpPr/>
          <p:nvPr/>
        </p:nvGrpSpPr>
        <p:grpSpPr>
          <a:xfrm>
            <a:off x="358350" y="702407"/>
            <a:ext cx="8428950" cy="3896700"/>
            <a:chOff x="358350" y="258050"/>
            <a:chExt cx="8428950" cy="3896700"/>
          </a:xfrm>
        </p:grpSpPr>
        <p:sp>
          <p:nvSpPr>
            <p:cNvPr id="306" name="Google Shape;306;p21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" name="Google Shape;308;p21"/>
            <p:cNvGrpSpPr/>
            <p:nvPr/>
          </p:nvGrpSpPr>
          <p:grpSpPr>
            <a:xfrm rot="10800000" flipH="1">
              <a:off x="4159199" y="3876195"/>
              <a:ext cx="825589" cy="93999"/>
              <a:chOff x="5718423" y="1594450"/>
              <a:chExt cx="830071" cy="94500"/>
            </a:xfrm>
          </p:grpSpPr>
          <p:sp>
            <p:nvSpPr>
              <p:cNvPr id="309" name="Google Shape;309;p21"/>
              <p:cNvSpPr/>
              <p:nvPr/>
            </p:nvSpPr>
            <p:spPr>
              <a:xfrm>
                <a:off x="5718423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1"/>
              <p:cNvSpPr/>
              <p:nvPr/>
            </p:nvSpPr>
            <p:spPr>
              <a:xfrm>
                <a:off x="596361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1"/>
              <p:cNvSpPr/>
              <p:nvPr/>
            </p:nvSpPr>
            <p:spPr>
              <a:xfrm>
                <a:off x="620880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1"/>
              <p:cNvSpPr/>
              <p:nvPr/>
            </p:nvSpPr>
            <p:spPr>
              <a:xfrm>
                <a:off x="645399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" name="Google Shape;313;p2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14" name="Google Shape;314;p2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5" name="Google Shape;315;p2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16" name="Google Shape;316;p2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2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19" name="Google Shape;319;p21"/>
          <p:cNvSpPr txBox="1">
            <a:spLocks noGrp="1"/>
          </p:cNvSpPr>
          <p:nvPr>
            <p:ph type="title"/>
          </p:nvPr>
        </p:nvSpPr>
        <p:spPr>
          <a:xfrm>
            <a:off x="2866621" y="3590050"/>
            <a:ext cx="3414000" cy="2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0" name="Google Shape;320;p21"/>
          <p:cNvSpPr txBox="1">
            <a:spLocks noGrp="1"/>
          </p:cNvSpPr>
          <p:nvPr>
            <p:ph type="subTitle" idx="1"/>
          </p:nvPr>
        </p:nvSpPr>
        <p:spPr>
          <a:xfrm>
            <a:off x="1909325" y="1464950"/>
            <a:ext cx="5332200" cy="19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2"/>
          <p:cNvGrpSpPr/>
          <p:nvPr/>
        </p:nvGrpSpPr>
        <p:grpSpPr>
          <a:xfrm>
            <a:off x="358350" y="702407"/>
            <a:ext cx="8428950" cy="3896700"/>
            <a:chOff x="358350" y="258050"/>
            <a:chExt cx="8428950" cy="3896700"/>
          </a:xfrm>
        </p:grpSpPr>
        <p:sp>
          <p:nvSpPr>
            <p:cNvPr id="323" name="Google Shape;323;p22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5" name="Google Shape;325;p22"/>
            <p:cNvGrpSpPr/>
            <p:nvPr/>
          </p:nvGrpSpPr>
          <p:grpSpPr>
            <a:xfrm rot="10800000" flipH="1">
              <a:off x="4159199" y="3876195"/>
              <a:ext cx="825589" cy="93999"/>
              <a:chOff x="5718423" y="1594450"/>
              <a:chExt cx="830071" cy="94500"/>
            </a:xfrm>
          </p:grpSpPr>
          <p:sp>
            <p:nvSpPr>
              <p:cNvPr id="326" name="Google Shape;326;p22"/>
              <p:cNvSpPr/>
              <p:nvPr/>
            </p:nvSpPr>
            <p:spPr>
              <a:xfrm>
                <a:off x="5718423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596361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2"/>
              <p:cNvSpPr/>
              <p:nvPr/>
            </p:nvSpPr>
            <p:spPr>
              <a:xfrm>
                <a:off x="620880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2"/>
              <p:cNvSpPr/>
              <p:nvPr/>
            </p:nvSpPr>
            <p:spPr>
              <a:xfrm>
                <a:off x="645399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2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31" name="Google Shape;331;p2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2" name="Google Shape;332;p2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33" name="Google Shape;333;p2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" name="Google Shape;334;p2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" name="Google Shape;335;p2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36" name="Google Shape;336;p22"/>
          <p:cNvSpPr txBox="1">
            <a:spLocks noGrp="1"/>
          </p:cNvSpPr>
          <p:nvPr>
            <p:ph type="title"/>
          </p:nvPr>
        </p:nvSpPr>
        <p:spPr>
          <a:xfrm>
            <a:off x="897875" y="3590050"/>
            <a:ext cx="3414000" cy="2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37" name="Google Shape;337;p22"/>
          <p:cNvSpPr txBox="1">
            <a:spLocks noGrp="1"/>
          </p:cNvSpPr>
          <p:nvPr>
            <p:ph type="subTitle" idx="1"/>
          </p:nvPr>
        </p:nvSpPr>
        <p:spPr>
          <a:xfrm>
            <a:off x="897875" y="1464950"/>
            <a:ext cx="4849200" cy="19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2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40" name="Google Shape;340;p2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2" name="Google Shape;342;p2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43" name="Google Shape;343;p2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" name="Google Shape;347;p2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48" name="Google Shape;348;p2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9" name="Google Shape;349;p2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50" name="Google Shape;350;p2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2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" name="Google Shape;352;p2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53" name="Google Shape;353;p23"/>
          <p:cNvSpPr txBox="1">
            <a:spLocks noGrp="1"/>
          </p:cNvSpPr>
          <p:nvPr>
            <p:ph type="title"/>
          </p:nvPr>
        </p:nvSpPr>
        <p:spPr>
          <a:xfrm>
            <a:off x="726425" y="1404007"/>
            <a:ext cx="3558900" cy="16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subTitle" idx="1"/>
          </p:nvPr>
        </p:nvSpPr>
        <p:spPr>
          <a:xfrm>
            <a:off x="726425" y="3047207"/>
            <a:ext cx="2668200" cy="11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57" name="Google Shape;357;p2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9" name="Google Shape;359;p2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4" name="Google Shape;364;p2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65" name="Google Shape;365;p2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6" name="Google Shape;366;p2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67" name="Google Shape;367;p2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" name="Google Shape;368;p2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" name="Google Shape;369;p2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70" name="Google Shape;370;p24"/>
          <p:cNvSpPr txBox="1">
            <a:spLocks noGrp="1"/>
          </p:cNvSpPr>
          <p:nvPr>
            <p:ph type="title"/>
          </p:nvPr>
        </p:nvSpPr>
        <p:spPr>
          <a:xfrm>
            <a:off x="1755450" y="1674196"/>
            <a:ext cx="28110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1"/>
          </p:nvPr>
        </p:nvSpPr>
        <p:spPr>
          <a:xfrm>
            <a:off x="1755375" y="2424696"/>
            <a:ext cx="2811000" cy="14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74" name="Google Shape;374;p2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6" name="Google Shape;376;p2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77" name="Google Shape;377;p2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1" name="Google Shape;381;p2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82" name="Google Shape;382;p2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2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84" name="Google Shape;384;p2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2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2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87" name="Google Shape;387;p25"/>
          <p:cNvSpPr txBox="1">
            <a:spLocks noGrp="1"/>
          </p:cNvSpPr>
          <p:nvPr>
            <p:ph type="title"/>
          </p:nvPr>
        </p:nvSpPr>
        <p:spPr>
          <a:xfrm>
            <a:off x="4574850" y="1674196"/>
            <a:ext cx="28110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25"/>
          <p:cNvSpPr txBox="1">
            <a:spLocks noGrp="1"/>
          </p:cNvSpPr>
          <p:nvPr>
            <p:ph type="subTitle" idx="1"/>
          </p:nvPr>
        </p:nvSpPr>
        <p:spPr>
          <a:xfrm>
            <a:off x="4574775" y="2424696"/>
            <a:ext cx="2811000" cy="14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2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91" name="Google Shape;391;p2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3" name="Google Shape;393;p26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94" name="Google Shape;394;p2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8" name="Google Shape;398;p2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99" name="Google Shape;399;p2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0" name="Google Shape;400;p26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01" name="Google Shape;401;p2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2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2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04" name="Google Shape;404;p26"/>
          <p:cNvSpPr txBox="1">
            <a:spLocks noGrp="1"/>
          </p:cNvSpPr>
          <p:nvPr>
            <p:ph type="subTitle" idx="1"/>
          </p:nvPr>
        </p:nvSpPr>
        <p:spPr>
          <a:xfrm>
            <a:off x="4072200" y="2281539"/>
            <a:ext cx="4121400" cy="11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26"/>
          <p:cNvSpPr txBox="1">
            <a:spLocks noGrp="1"/>
          </p:cNvSpPr>
          <p:nvPr>
            <p:ph type="title"/>
          </p:nvPr>
        </p:nvSpPr>
        <p:spPr>
          <a:xfrm>
            <a:off x="4072200" y="1704639"/>
            <a:ext cx="4121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_1_1_1_1_1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2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08" name="Google Shape;408;p2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2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12" name="Google Shape;412;p2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6" name="Google Shape;416;p27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7"/>
          <p:cNvSpPr txBox="1">
            <a:spLocks noGrp="1"/>
          </p:cNvSpPr>
          <p:nvPr>
            <p:ph type="body" idx="1"/>
          </p:nvPr>
        </p:nvSpPr>
        <p:spPr>
          <a:xfrm>
            <a:off x="720000" y="1559925"/>
            <a:ext cx="3852000" cy="7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_1_1_1_1_1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2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20" name="Google Shape;420;p2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2" name="Google Shape;422;p2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23" name="Google Shape;423;p2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" name="Google Shape;427;p2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28" name="Google Shape;428;p2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9" name="Google Shape;429;p2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30" name="Google Shape;430;p2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2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2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33" name="Google Shape;433;p28"/>
          <p:cNvGrpSpPr/>
          <p:nvPr/>
        </p:nvGrpSpPr>
        <p:grpSpPr>
          <a:xfrm>
            <a:off x="1675800" y="1182000"/>
            <a:ext cx="5792402" cy="2779500"/>
            <a:chOff x="1675800" y="1182000"/>
            <a:chExt cx="5792402" cy="2779500"/>
          </a:xfrm>
        </p:grpSpPr>
        <p:sp>
          <p:nvSpPr>
            <p:cNvPr id="434" name="Google Shape;434;p28"/>
            <p:cNvSpPr/>
            <p:nvPr/>
          </p:nvSpPr>
          <p:spPr>
            <a:xfrm>
              <a:off x="1675800" y="1182000"/>
              <a:ext cx="5792400" cy="27795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1675802" y="1182025"/>
              <a:ext cx="5792400" cy="311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6" name="Google Shape;436;p28"/>
            <p:cNvGrpSpPr/>
            <p:nvPr/>
          </p:nvGrpSpPr>
          <p:grpSpPr>
            <a:xfrm rot="10800000" flipH="1">
              <a:off x="1793624" y="1296158"/>
              <a:ext cx="376790" cy="82489"/>
              <a:chOff x="5578333" y="744468"/>
              <a:chExt cx="431653" cy="94500"/>
            </a:xfrm>
          </p:grpSpPr>
          <p:sp>
            <p:nvSpPr>
              <p:cNvPr id="437" name="Google Shape;437;p28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8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8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0" name="Google Shape;440;p28"/>
          <p:cNvSpPr txBox="1">
            <a:spLocks noGrp="1"/>
          </p:cNvSpPr>
          <p:nvPr>
            <p:ph type="subTitle" idx="1"/>
          </p:nvPr>
        </p:nvSpPr>
        <p:spPr>
          <a:xfrm>
            <a:off x="2511300" y="2474439"/>
            <a:ext cx="4121400" cy="11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28"/>
          <p:cNvSpPr txBox="1">
            <a:spLocks noGrp="1"/>
          </p:cNvSpPr>
          <p:nvPr>
            <p:ph type="title"/>
          </p:nvPr>
        </p:nvSpPr>
        <p:spPr>
          <a:xfrm>
            <a:off x="2511300" y="1897539"/>
            <a:ext cx="4121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_1_1_1_1_2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44" name="Google Shape;444;p2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" name="Google Shape;446;p2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47" name="Google Shape;447;p2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1" name="Google Shape;451;p2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52" name="Google Shape;452;p2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3" name="Google Shape;453;p2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54" name="Google Shape;454;p2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2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2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57" name="Google Shape;457;p29"/>
          <p:cNvSpPr txBox="1">
            <a:spLocks noGrp="1"/>
          </p:cNvSpPr>
          <p:nvPr>
            <p:ph type="subTitle" idx="1"/>
          </p:nvPr>
        </p:nvSpPr>
        <p:spPr>
          <a:xfrm>
            <a:off x="1432200" y="1200850"/>
            <a:ext cx="62796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9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2_1_1_1_1_2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3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61" name="Google Shape;461;p3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" name="Google Shape;463;p3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64" name="Google Shape;464;p3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3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3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3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8" name="Google Shape;468;p3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69" name="Google Shape;469;p3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0" name="Google Shape;470;p3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71" name="Google Shape;471;p3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3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3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74" name="Google Shape;474;p30"/>
          <p:cNvSpPr txBox="1">
            <a:spLocks noGrp="1"/>
          </p:cNvSpPr>
          <p:nvPr>
            <p:ph type="subTitle" idx="1"/>
          </p:nvPr>
        </p:nvSpPr>
        <p:spPr>
          <a:xfrm>
            <a:off x="974400" y="1490700"/>
            <a:ext cx="3509100" cy="12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30"/>
          <p:cNvSpPr txBox="1">
            <a:spLocks noGrp="1"/>
          </p:cNvSpPr>
          <p:nvPr>
            <p:ph type="title"/>
          </p:nvPr>
        </p:nvSpPr>
        <p:spPr>
          <a:xfrm>
            <a:off x="974400" y="918000"/>
            <a:ext cx="3509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2_1_1_1_1_2_2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"/>
          <p:cNvSpPr txBox="1">
            <a:spLocks noGrp="1"/>
          </p:cNvSpPr>
          <p:nvPr>
            <p:ph type="subTitle" idx="1"/>
          </p:nvPr>
        </p:nvSpPr>
        <p:spPr>
          <a:xfrm>
            <a:off x="720000" y="1246475"/>
            <a:ext cx="4214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79" name="Google Shape;479;p3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80" name="Google Shape;480;p3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2" name="Google Shape;482;p3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83" name="Google Shape;483;p3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88" name="Google Shape;488;p3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9" name="Google Shape;489;p3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90" name="Google Shape;490;p3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3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3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0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3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95" name="Google Shape;495;p3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8" name="Google Shape;498;p3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99" name="Google Shape;499;p3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03" name="Google Shape;503;p32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1"/>
          </p:nvPr>
        </p:nvSpPr>
        <p:spPr>
          <a:xfrm>
            <a:off x="720000" y="1549770"/>
            <a:ext cx="3852000" cy="22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2"/>
          </p:nvPr>
        </p:nvSpPr>
        <p:spPr>
          <a:xfrm>
            <a:off x="4572000" y="1549770"/>
            <a:ext cx="3852000" cy="22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3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08" name="Google Shape;508;p3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3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11" name="Google Shape;511;p3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5" name="Google Shape;515;p3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16" name="Google Shape;516;p3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7" name="Google Shape;517;p3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18" name="Google Shape;518;p3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519;p3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" name="Google Shape;520;p3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21" name="Google Shape;521;p33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33"/>
          <p:cNvSpPr txBox="1">
            <a:spLocks noGrp="1"/>
          </p:cNvSpPr>
          <p:nvPr>
            <p:ph type="title" idx="2"/>
          </p:nvPr>
        </p:nvSpPr>
        <p:spPr>
          <a:xfrm>
            <a:off x="906874" y="3252600"/>
            <a:ext cx="1948800" cy="2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23" name="Google Shape;523;p33"/>
          <p:cNvSpPr txBox="1">
            <a:spLocks noGrp="1"/>
          </p:cNvSpPr>
          <p:nvPr>
            <p:ph type="subTitle" idx="1"/>
          </p:nvPr>
        </p:nvSpPr>
        <p:spPr>
          <a:xfrm>
            <a:off x="906875" y="3620706"/>
            <a:ext cx="19488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33"/>
          <p:cNvSpPr txBox="1">
            <a:spLocks noGrp="1"/>
          </p:cNvSpPr>
          <p:nvPr>
            <p:ph type="title" idx="3"/>
          </p:nvPr>
        </p:nvSpPr>
        <p:spPr>
          <a:xfrm>
            <a:off x="3602688" y="3252593"/>
            <a:ext cx="1948800" cy="2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25" name="Google Shape;525;p33"/>
          <p:cNvSpPr txBox="1">
            <a:spLocks noGrp="1"/>
          </p:cNvSpPr>
          <p:nvPr>
            <p:ph type="subTitle" idx="4"/>
          </p:nvPr>
        </p:nvSpPr>
        <p:spPr>
          <a:xfrm>
            <a:off x="3602686" y="3620704"/>
            <a:ext cx="19488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33"/>
          <p:cNvSpPr txBox="1">
            <a:spLocks noGrp="1"/>
          </p:cNvSpPr>
          <p:nvPr>
            <p:ph type="title" idx="5"/>
          </p:nvPr>
        </p:nvSpPr>
        <p:spPr>
          <a:xfrm>
            <a:off x="6295930" y="3252550"/>
            <a:ext cx="1948800" cy="2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27" name="Google Shape;527;p33"/>
          <p:cNvSpPr txBox="1">
            <a:spLocks noGrp="1"/>
          </p:cNvSpPr>
          <p:nvPr>
            <p:ph type="subTitle" idx="6"/>
          </p:nvPr>
        </p:nvSpPr>
        <p:spPr>
          <a:xfrm>
            <a:off x="6295925" y="3620706"/>
            <a:ext cx="19488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3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30" name="Google Shape;530;p3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2" name="Google Shape;532;p3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33" name="Google Shape;533;p3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7" name="Google Shape;537;p3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38" name="Google Shape;538;p3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9" name="Google Shape;539;p3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40" name="Google Shape;540;p3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" name="Google Shape;541;p3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" name="Google Shape;542;p3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43" name="Google Shape;543;p34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4"/>
          <p:cNvSpPr txBox="1">
            <a:spLocks noGrp="1"/>
          </p:cNvSpPr>
          <p:nvPr>
            <p:ph type="title" idx="2"/>
          </p:nvPr>
        </p:nvSpPr>
        <p:spPr>
          <a:xfrm>
            <a:off x="1005900" y="1544225"/>
            <a:ext cx="23364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5" name="Google Shape;545;p34"/>
          <p:cNvSpPr txBox="1">
            <a:spLocks noGrp="1"/>
          </p:cNvSpPr>
          <p:nvPr>
            <p:ph type="subTitle" idx="1"/>
          </p:nvPr>
        </p:nvSpPr>
        <p:spPr>
          <a:xfrm>
            <a:off x="1005900" y="205977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34"/>
          <p:cNvSpPr txBox="1">
            <a:spLocks noGrp="1"/>
          </p:cNvSpPr>
          <p:nvPr>
            <p:ph type="title" idx="3"/>
          </p:nvPr>
        </p:nvSpPr>
        <p:spPr>
          <a:xfrm>
            <a:off x="3403800" y="3126775"/>
            <a:ext cx="23364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7" name="Google Shape;547;p34"/>
          <p:cNvSpPr txBox="1">
            <a:spLocks noGrp="1"/>
          </p:cNvSpPr>
          <p:nvPr>
            <p:ph type="subTitle" idx="4"/>
          </p:nvPr>
        </p:nvSpPr>
        <p:spPr>
          <a:xfrm>
            <a:off x="3403800" y="364192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34"/>
          <p:cNvSpPr txBox="1">
            <a:spLocks noGrp="1"/>
          </p:cNvSpPr>
          <p:nvPr>
            <p:ph type="title" idx="5"/>
          </p:nvPr>
        </p:nvSpPr>
        <p:spPr>
          <a:xfrm>
            <a:off x="5801693" y="1544225"/>
            <a:ext cx="23364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9" name="Google Shape;549;p34"/>
          <p:cNvSpPr txBox="1">
            <a:spLocks noGrp="1"/>
          </p:cNvSpPr>
          <p:nvPr>
            <p:ph type="subTitle" idx="6"/>
          </p:nvPr>
        </p:nvSpPr>
        <p:spPr>
          <a:xfrm>
            <a:off x="5801693" y="205977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3_1_1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52" name="Google Shape;552;p3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554;p3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55" name="Google Shape;555;p3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9" name="Google Shape;559;p3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60" name="Google Shape;560;p3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1" name="Google Shape;561;p3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62" name="Google Shape;562;p3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1005900" y="1335713"/>
            <a:ext cx="3275700" cy="8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35"/>
          <p:cNvSpPr txBox="1">
            <a:spLocks noGrp="1"/>
          </p:cNvSpPr>
          <p:nvPr>
            <p:ph type="title" idx="2"/>
          </p:nvPr>
        </p:nvSpPr>
        <p:spPr>
          <a:xfrm>
            <a:off x="1005900" y="2791688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7" name="Google Shape;567;p35"/>
          <p:cNvSpPr txBox="1">
            <a:spLocks noGrp="1"/>
          </p:cNvSpPr>
          <p:nvPr>
            <p:ph type="subTitle" idx="1"/>
          </p:nvPr>
        </p:nvSpPr>
        <p:spPr>
          <a:xfrm>
            <a:off x="1005900" y="3260513"/>
            <a:ext cx="3056100" cy="6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35"/>
          <p:cNvSpPr txBox="1">
            <a:spLocks noGrp="1"/>
          </p:cNvSpPr>
          <p:nvPr>
            <p:ph type="title" idx="3"/>
          </p:nvPr>
        </p:nvSpPr>
        <p:spPr>
          <a:xfrm>
            <a:off x="4978202" y="2791688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9" name="Google Shape;569;p35"/>
          <p:cNvSpPr txBox="1">
            <a:spLocks noGrp="1"/>
          </p:cNvSpPr>
          <p:nvPr>
            <p:ph type="subTitle" idx="4"/>
          </p:nvPr>
        </p:nvSpPr>
        <p:spPr>
          <a:xfrm>
            <a:off x="4978200" y="3260513"/>
            <a:ext cx="3056100" cy="6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35"/>
          <p:cNvSpPr txBox="1">
            <a:spLocks noGrp="1"/>
          </p:cNvSpPr>
          <p:nvPr>
            <p:ph type="title" idx="5"/>
          </p:nvPr>
        </p:nvSpPr>
        <p:spPr>
          <a:xfrm>
            <a:off x="4978201" y="1335713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1" name="Google Shape;571;p35"/>
          <p:cNvSpPr txBox="1">
            <a:spLocks noGrp="1"/>
          </p:cNvSpPr>
          <p:nvPr>
            <p:ph type="subTitle" idx="6"/>
          </p:nvPr>
        </p:nvSpPr>
        <p:spPr>
          <a:xfrm>
            <a:off x="4978200" y="1806685"/>
            <a:ext cx="3056100" cy="6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3_1_1_1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p3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74" name="Google Shape;574;p3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6" name="Google Shape;576;p36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77" name="Google Shape;577;p3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3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82" name="Google Shape;582;p3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3" name="Google Shape;583;p36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84" name="Google Shape;584;p3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3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3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87" name="Google Shape;587;p36"/>
          <p:cNvSpPr txBox="1">
            <a:spLocks noGrp="1"/>
          </p:cNvSpPr>
          <p:nvPr>
            <p:ph type="title"/>
          </p:nvPr>
        </p:nvSpPr>
        <p:spPr>
          <a:xfrm>
            <a:off x="1436725" y="3822600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88" name="Google Shape;588;p36"/>
          <p:cNvSpPr txBox="1">
            <a:spLocks noGrp="1"/>
          </p:cNvSpPr>
          <p:nvPr>
            <p:ph type="subTitle" idx="1"/>
          </p:nvPr>
        </p:nvSpPr>
        <p:spPr>
          <a:xfrm>
            <a:off x="3314625" y="2770733"/>
            <a:ext cx="25863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36"/>
          <p:cNvSpPr txBox="1">
            <a:spLocks noGrp="1"/>
          </p:cNvSpPr>
          <p:nvPr>
            <p:ph type="title" idx="2"/>
          </p:nvPr>
        </p:nvSpPr>
        <p:spPr>
          <a:xfrm>
            <a:off x="1436725" y="2952225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90" name="Google Shape;590;p36"/>
          <p:cNvSpPr txBox="1">
            <a:spLocks noGrp="1"/>
          </p:cNvSpPr>
          <p:nvPr>
            <p:ph type="subTitle" idx="3"/>
          </p:nvPr>
        </p:nvSpPr>
        <p:spPr>
          <a:xfrm>
            <a:off x="3314625" y="3676353"/>
            <a:ext cx="2586300" cy="6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36"/>
          <p:cNvSpPr txBox="1">
            <a:spLocks noGrp="1"/>
          </p:cNvSpPr>
          <p:nvPr>
            <p:ph type="title" idx="4"/>
          </p:nvPr>
        </p:nvSpPr>
        <p:spPr>
          <a:xfrm>
            <a:off x="1436725" y="2046588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92" name="Google Shape;592;p36"/>
          <p:cNvSpPr txBox="1">
            <a:spLocks noGrp="1"/>
          </p:cNvSpPr>
          <p:nvPr>
            <p:ph type="subTitle" idx="5"/>
          </p:nvPr>
        </p:nvSpPr>
        <p:spPr>
          <a:xfrm>
            <a:off x="3314625" y="1865100"/>
            <a:ext cx="25863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36"/>
          <p:cNvSpPr txBox="1">
            <a:spLocks noGrp="1"/>
          </p:cNvSpPr>
          <p:nvPr>
            <p:ph type="title" idx="6"/>
          </p:nvPr>
        </p:nvSpPr>
        <p:spPr>
          <a:xfrm>
            <a:off x="720000" y="692400"/>
            <a:ext cx="4372500" cy="10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3_1_1_1_1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3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96" name="Google Shape;596;p3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8" name="Google Shape;598;p3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99" name="Google Shape;599;p3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3" name="Google Shape;603;p3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04" name="Google Shape;604;p3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5" name="Google Shape;605;p37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06" name="Google Shape;606;p3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3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3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09" name="Google Shape;609;p37"/>
          <p:cNvSpPr txBox="1">
            <a:spLocks noGrp="1"/>
          </p:cNvSpPr>
          <p:nvPr>
            <p:ph type="title"/>
          </p:nvPr>
        </p:nvSpPr>
        <p:spPr>
          <a:xfrm>
            <a:off x="1005900" y="2953613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10" name="Google Shape;610;p37"/>
          <p:cNvSpPr txBox="1">
            <a:spLocks noGrp="1"/>
          </p:cNvSpPr>
          <p:nvPr>
            <p:ph type="subTitle" idx="1"/>
          </p:nvPr>
        </p:nvSpPr>
        <p:spPr>
          <a:xfrm>
            <a:off x="1005900" y="3231950"/>
            <a:ext cx="2089800" cy="122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37"/>
          <p:cNvSpPr txBox="1">
            <a:spLocks noGrp="1"/>
          </p:cNvSpPr>
          <p:nvPr>
            <p:ph type="title" idx="2"/>
          </p:nvPr>
        </p:nvSpPr>
        <p:spPr>
          <a:xfrm>
            <a:off x="6197402" y="1563513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12" name="Google Shape;612;p37"/>
          <p:cNvSpPr txBox="1">
            <a:spLocks noGrp="1"/>
          </p:cNvSpPr>
          <p:nvPr>
            <p:ph type="subTitle" idx="3"/>
          </p:nvPr>
        </p:nvSpPr>
        <p:spPr>
          <a:xfrm>
            <a:off x="6197400" y="1841850"/>
            <a:ext cx="2089800" cy="122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3" name="Google Shape;613;p37"/>
          <p:cNvSpPr txBox="1">
            <a:spLocks noGrp="1"/>
          </p:cNvSpPr>
          <p:nvPr>
            <p:ph type="title" idx="4"/>
          </p:nvPr>
        </p:nvSpPr>
        <p:spPr>
          <a:xfrm>
            <a:off x="3527101" y="2258625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14" name="Google Shape;614;p37"/>
          <p:cNvSpPr txBox="1">
            <a:spLocks noGrp="1"/>
          </p:cNvSpPr>
          <p:nvPr>
            <p:ph type="subTitle" idx="5"/>
          </p:nvPr>
        </p:nvSpPr>
        <p:spPr>
          <a:xfrm>
            <a:off x="3527100" y="2536963"/>
            <a:ext cx="2089800" cy="122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37"/>
          <p:cNvSpPr txBox="1">
            <a:spLocks noGrp="1"/>
          </p:cNvSpPr>
          <p:nvPr>
            <p:ph type="title" idx="6"/>
          </p:nvPr>
        </p:nvSpPr>
        <p:spPr>
          <a:xfrm>
            <a:off x="720000" y="692400"/>
            <a:ext cx="2251800" cy="133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3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18" name="Google Shape;618;p3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0" name="Google Shape;620;p3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21" name="Google Shape;621;p3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5" name="Google Shape;625;p3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26" name="Google Shape;626;p3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7" name="Google Shape;627;p3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28" name="Google Shape;628;p3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31" name="Google Shape;631;p38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38"/>
          <p:cNvSpPr txBox="1">
            <a:spLocks noGrp="1"/>
          </p:cNvSpPr>
          <p:nvPr>
            <p:ph type="title" idx="2"/>
          </p:nvPr>
        </p:nvSpPr>
        <p:spPr>
          <a:xfrm>
            <a:off x="1691750" y="1903017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3" name="Google Shape;633;p38"/>
          <p:cNvSpPr txBox="1">
            <a:spLocks noGrp="1"/>
          </p:cNvSpPr>
          <p:nvPr>
            <p:ph type="subTitle" idx="1"/>
          </p:nvPr>
        </p:nvSpPr>
        <p:spPr>
          <a:xfrm>
            <a:off x="1691739" y="22693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38"/>
          <p:cNvSpPr txBox="1">
            <a:spLocks noGrp="1"/>
          </p:cNvSpPr>
          <p:nvPr>
            <p:ph type="title" idx="3"/>
          </p:nvPr>
        </p:nvSpPr>
        <p:spPr>
          <a:xfrm>
            <a:off x="5199000" y="1903017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5" name="Google Shape;635;p38"/>
          <p:cNvSpPr txBox="1">
            <a:spLocks noGrp="1"/>
          </p:cNvSpPr>
          <p:nvPr>
            <p:ph type="subTitle" idx="4"/>
          </p:nvPr>
        </p:nvSpPr>
        <p:spPr>
          <a:xfrm>
            <a:off x="5198989" y="22693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6" name="Google Shape;636;p38"/>
          <p:cNvSpPr txBox="1">
            <a:spLocks noGrp="1"/>
          </p:cNvSpPr>
          <p:nvPr>
            <p:ph type="title" idx="5"/>
          </p:nvPr>
        </p:nvSpPr>
        <p:spPr>
          <a:xfrm>
            <a:off x="1691750" y="3487204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7" name="Google Shape;637;p38"/>
          <p:cNvSpPr txBox="1">
            <a:spLocks noGrp="1"/>
          </p:cNvSpPr>
          <p:nvPr>
            <p:ph type="subTitle" idx="6"/>
          </p:nvPr>
        </p:nvSpPr>
        <p:spPr>
          <a:xfrm>
            <a:off x="1691739" y="38551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38"/>
          <p:cNvSpPr txBox="1">
            <a:spLocks noGrp="1"/>
          </p:cNvSpPr>
          <p:nvPr>
            <p:ph type="title" idx="7"/>
          </p:nvPr>
        </p:nvSpPr>
        <p:spPr>
          <a:xfrm>
            <a:off x="5199000" y="3487204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9" name="Google Shape;639;p38"/>
          <p:cNvSpPr txBox="1">
            <a:spLocks noGrp="1"/>
          </p:cNvSpPr>
          <p:nvPr>
            <p:ph type="subTitle" idx="8"/>
          </p:nvPr>
        </p:nvSpPr>
        <p:spPr>
          <a:xfrm>
            <a:off x="5198989" y="38551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4_1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3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42" name="Google Shape;642;p3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4" name="Google Shape;644;p3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45" name="Google Shape;645;p3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9" name="Google Shape;649;p3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50" name="Google Shape;650;p3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1" name="Google Shape;651;p3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52" name="Google Shape;652;p3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3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55" name="Google Shape;655;p39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6" name="Google Shape;656;p39"/>
          <p:cNvSpPr txBox="1">
            <a:spLocks noGrp="1"/>
          </p:cNvSpPr>
          <p:nvPr>
            <p:ph type="title" idx="2"/>
          </p:nvPr>
        </p:nvSpPr>
        <p:spPr>
          <a:xfrm>
            <a:off x="1691750" y="1468807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57" name="Google Shape;657;p39"/>
          <p:cNvSpPr txBox="1">
            <a:spLocks noGrp="1"/>
          </p:cNvSpPr>
          <p:nvPr>
            <p:ph type="subTitle" idx="1"/>
          </p:nvPr>
        </p:nvSpPr>
        <p:spPr>
          <a:xfrm>
            <a:off x="1691739" y="1823703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39"/>
          <p:cNvSpPr txBox="1">
            <a:spLocks noGrp="1"/>
          </p:cNvSpPr>
          <p:nvPr>
            <p:ph type="title" idx="3"/>
          </p:nvPr>
        </p:nvSpPr>
        <p:spPr>
          <a:xfrm>
            <a:off x="5199000" y="1468807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59" name="Google Shape;659;p39"/>
          <p:cNvSpPr txBox="1">
            <a:spLocks noGrp="1"/>
          </p:cNvSpPr>
          <p:nvPr>
            <p:ph type="subTitle" idx="4"/>
          </p:nvPr>
        </p:nvSpPr>
        <p:spPr>
          <a:xfrm>
            <a:off x="5198989" y="1823703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39"/>
          <p:cNvSpPr txBox="1">
            <a:spLocks noGrp="1"/>
          </p:cNvSpPr>
          <p:nvPr>
            <p:ph type="title" idx="5"/>
          </p:nvPr>
        </p:nvSpPr>
        <p:spPr>
          <a:xfrm>
            <a:off x="1691750" y="3106204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61" name="Google Shape;661;p39"/>
          <p:cNvSpPr txBox="1">
            <a:spLocks noGrp="1"/>
          </p:cNvSpPr>
          <p:nvPr>
            <p:ph type="subTitle" idx="6"/>
          </p:nvPr>
        </p:nvSpPr>
        <p:spPr>
          <a:xfrm>
            <a:off x="1691739" y="3461404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2" name="Google Shape;662;p39"/>
          <p:cNvSpPr txBox="1">
            <a:spLocks noGrp="1"/>
          </p:cNvSpPr>
          <p:nvPr>
            <p:ph type="title" idx="7"/>
          </p:nvPr>
        </p:nvSpPr>
        <p:spPr>
          <a:xfrm>
            <a:off x="5199000" y="3106204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63" name="Google Shape;663;p39"/>
          <p:cNvSpPr txBox="1">
            <a:spLocks noGrp="1"/>
          </p:cNvSpPr>
          <p:nvPr>
            <p:ph type="subTitle" idx="8"/>
          </p:nvPr>
        </p:nvSpPr>
        <p:spPr>
          <a:xfrm>
            <a:off x="5198989" y="3461404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4_1_1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66" name="Google Shape;666;p4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8" name="Google Shape;668;p4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69" name="Google Shape;669;p4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3" name="Google Shape;673;p4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74" name="Google Shape;674;p4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5" name="Google Shape;675;p4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76" name="Google Shape;676;p4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4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4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79" name="Google Shape;679;p40"/>
          <p:cNvSpPr txBox="1">
            <a:spLocks noGrp="1"/>
          </p:cNvSpPr>
          <p:nvPr>
            <p:ph type="title"/>
          </p:nvPr>
        </p:nvSpPr>
        <p:spPr>
          <a:xfrm>
            <a:off x="3265350" y="2288825"/>
            <a:ext cx="2613300" cy="9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40"/>
          <p:cNvSpPr txBox="1">
            <a:spLocks noGrp="1"/>
          </p:cNvSpPr>
          <p:nvPr>
            <p:ph type="title" idx="2"/>
          </p:nvPr>
        </p:nvSpPr>
        <p:spPr>
          <a:xfrm>
            <a:off x="720012" y="1063113"/>
            <a:ext cx="25134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81" name="Google Shape;681;p40"/>
          <p:cNvSpPr txBox="1">
            <a:spLocks noGrp="1"/>
          </p:cNvSpPr>
          <p:nvPr>
            <p:ph type="subTitle" idx="1"/>
          </p:nvPr>
        </p:nvSpPr>
        <p:spPr>
          <a:xfrm>
            <a:off x="720012" y="1538684"/>
            <a:ext cx="25134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40"/>
          <p:cNvSpPr txBox="1">
            <a:spLocks noGrp="1"/>
          </p:cNvSpPr>
          <p:nvPr>
            <p:ph type="title" idx="3"/>
          </p:nvPr>
        </p:nvSpPr>
        <p:spPr>
          <a:xfrm>
            <a:off x="5910588" y="1063125"/>
            <a:ext cx="25134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83" name="Google Shape;683;p40"/>
          <p:cNvSpPr txBox="1">
            <a:spLocks noGrp="1"/>
          </p:cNvSpPr>
          <p:nvPr>
            <p:ph type="subTitle" idx="4"/>
          </p:nvPr>
        </p:nvSpPr>
        <p:spPr>
          <a:xfrm>
            <a:off x="5910576" y="1538671"/>
            <a:ext cx="25134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4" name="Google Shape;684;p40"/>
          <p:cNvSpPr txBox="1">
            <a:spLocks noGrp="1"/>
          </p:cNvSpPr>
          <p:nvPr>
            <p:ph type="title" idx="5"/>
          </p:nvPr>
        </p:nvSpPr>
        <p:spPr>
          <a:xfrm>
            <a:off x="720012" y="4221573"/>
            <a:ext cx="25134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85" name="Google Shape;685;p40"/>
          <p:cNvSpPr txBox="1">
            <a:spLocks noGrp="1"/>
          </p:cNvSpPr>
          <p:nvPr>
            <p:ph type="subTitle" idx="6"/>
          </p:nvPr>
        </p:nvSpPr>
        <p:spPr>
          <a:xfrm>
            <a:off x="720012" y="3217724"/>
            <a:ext cx="25134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6" name="Google Shape;686;p40"/>
          <p:cNvSpPr txBox="1">
            <a:spLocks noGrp="1"/>
          </p:cNvSpPr>
          <p:nvPr>
            <p:ph type="title" idx="7"/>
          </p:nvPr>
        </p:nvSpPr>
        <p:spPr>
          <a:xfrm>
            <a:off x="5910588" y="4221573"/>
            <a:ext cx="25134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87" name="Google Shape;687;p40"/>
          <p:cNvSpPr txBox="1">
            <a:spLocks noGrp="1"/>
          </p:cNvSpPr>
          <p:nvPr>
            <p:ph type="subTitle" idx="8"/>
          </p:nvPr>
        </p:nvSpPr>
        <p:spPr>
          <a:xfrm>
            <a:off x="5910576" y="3217724"/>
            <a:ext cx="25134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4_1_1_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4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90" name="Google Shape;690;p4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2" name="Google Shape;692;p4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93" name="Google Shape;693;p4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4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" name="Google Shape;697;p4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98" name="Google Shape;698;p4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9" name="Google Shape;699;p4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00" name="Google Shape;700;p4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4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4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03" name="Google Shape;703;p41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41"/>
          <p:cNvSpPr txBox="1">
            <a:spLocks noGrp="1"/>
          </p:cNvSpPr>
          <p:nvPr>
            <p:ph type="title" idx="2"/>
          </p:nvPr>
        </p:nvSpPr>
        <p:spPr>
          <a:xfrm>
            <a:off x="905050" y="1679125"/>
            <a:ext cx="168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05" name="Google Shape;705;p41"/>
          <p:cNvSpPr txBox="1">
            <a:spLocks noGrp="1"/>
          </p:cNvSpPr>
          <p:nvPr>
            <p:ph type="subTitle" idx="1"/>
          </p:nvPr>
        </p:nvSpPr>
        <p:spPr>
          <a:xfrm>
            <a:off x="969100" y="3721100"/>
            <a:ext cx="1556100" cy="7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41"/>
          <p:cNvSpPr txBox="1">
            <a:spLocks noGrp="1"/>
          </p:cNvSpPr>
          <p:nvPr>
            <p:ph type="title" idx="3"/>
          </p:nvPr>
        </p:nvSpPr>
        <p:spPr>
          <a:xfrm>
            <a:off x="2782938" y="1679125"/>
            <a:ext cx="168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07" name="Google Shape;707;p41"/>
          <p:cNvSpPr txBox="1">
            <a:spLocks noGrp="1"/>
          </p:cNvSpPr>
          <p:nvPr>
            <p:ph type="subTitle" idx="4"/>
          </p:nvPr>
        </p:nvSpPr>
        <p:spPr>
          <a:xfrm>
            <a:off x="2846988" y="3721100"/>
            <a:ext cx="1556100" cy="7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41"/>
          <p:cNvSpPr txBox="1">
            <a:spLocks noGrp="1"/>
          </p:cNvSpPr>
          <p:nvPr>
            <p:ph type="title" idx="5"/>
          </p:nvPr>
        </p:nvSpPr>
        <p:spPr>
          <a:xfrm>
            <a:off x="6554750" y="1679125"/>
            <a:ext cx="168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09" name="Google Shape;709;p41"/>
          <p:cNvSpPr txBox="1">
            <a:spLocks noGrp="1"/>
          </p:cNvSpPr>
          <p:nvPr>
            <p:ph type="subTitle" idx="6"/>
          </p:nvPr>
        </p:nvSpPr>
        <p:spPr>
          <a:xfrm>
            <a:off x="6618800" y="3721100"/>
            <a:ext cx="15561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41"/>
          <p:cNvSpPr txBox="1">
            <a:spLocks noGrp="1"/>
          </p:cNvSpPr>
          <p:nvPr>
            <p:ph type="title" idx="7"/>
          </p:nvPr>
        </p:nvSpPr>
        <p:spPr>
          <a:xfrm>
            <a:off x="4660850" y="1679125"/>
            <a:ext cx="168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11" name="Google Shape;711;p41"/>
          <p:cNvSpPr txBox="1">
            <a:spLocks noGrp="1"/>
          </p:cNvSpPr>
          <p:nvPr>
            <p:ph type="subTitle" idx="8"/>
          </p:nvPr>
        </p:nvSpPr>
        <p:spPr>
          <a:xfrm>
            <a:off x="4724900" y="3721100"/>
            <a:ext cx="15561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4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14" name="Google Shape;714;p4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6" name="Google Shape;716;p4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717" name="Google Shape;717;p4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4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4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4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1" name="Google Shape;721;p4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722" name="Google Shape;722;p4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3" name="Google Shape;723;p4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24" name="Google Shape;724;p4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4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726;p4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27" name="Google Shape;727;p42"/>
          <p:cNvSpPr txBox="1">
            <a:spLocks noGrp="1"/>
          </p:cNvSpPr>
          <p:nvPr>
            <p:ph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42"/>
          <p:cNvSpPr txBox="1">
            <a:spLocks noGrp="1"/>
          </p:cNvSpPr>
          <p:nvPr>
            <p:ph type="title" idx="2"/>
          </p:nvPr>
        </p:nvSpPr>
        <p:spPr>
          <a:xfrm>
            <a:off x="954900" y="1907775"/>
            <a:ext cx="18357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29" name="Google Shape;729;p42"/>
          <p:cNvSpPr txBox="1">
            <a:spLocks noGrp="1"/>
          </p:cNvSpPr>
          <p:nvPr>
            <p:ph type="subTitle" idx="1"/>
          </p:nvPr>
        </p:nvSpPr>
        <p:spPr>
          <a:xfrm>
            <a:off x="720000" y="2300121"/>
            <a:ext cx="2305500" cy="71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42"/>
          <p:cNvSpPr txBox="1">
            <a:spLocks noGrp="1"/>
          </p:cNvSpPr>
          <p:nvPr>
            <p:ph type="title" idx="3"/>
          </p:nvPr>
        </p:nvSpPr>
        <p:spPr>
          <a:xfrm>
            <a:off x="3654173" y="1907775"/>
            <a:ext cx="18357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31" name="Google Shape;731;p42"/>
          <p:cNvSpPr txBox="1">
            <a:spLocks noGrp="1"/>
          </p:cNvSpPr>
          <p:nvPr>
            <p:ph type="subTitle" idx="4"/>
          </p:nvPr>
        </p:nvSpPr>
        <p:spPr>
          <a:xfrm>
            <a:off x="3419273" y="2296221"/>
            <a:ext cx="23055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2" name="Google Shape;732;p42"/>
          <p:cNvSpPr txBox="1">
            <a:spLocks noGrp="1"/>
          </p:cNvSpPr>
          <p:nvPr>
            <p:ph type="title" idx="5"/>
          </p:nvPr>
        </p:nvSpPr>
        <p:spPr>
          <a:xfrm>
            <a:off x="954900" y="3491375"/>
            <a:ext cx="18357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33" name="Google Shape;733;p42"/>
          <p:cNvSpPr txBox="1">
            <a:spLocks noGrp="1"/>
          </p:cNvSpPr>
          <p:nvPr>
            <p:ph type="subTitle" idx="6"/>
          </p:nvPr>
        </p:nvSpPr>
        <p:spPr>
          <a:xfrm>
            <a:off x="720000" y="3888453"/>
            <a:ext cx="23055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42"/>
          <p:cNvSpPr txBox="1">
            <a:spLocks noGrp="1"/>
          </p:cNvSpPr>
          <p:nvPr>
            <p:ph type="title" idx="7"/>
          </p:nvPr>
        </p:nvSpPr>
        <p:spPr>
          <a:xfrm>
            <a:off x="3654173" y="3491375"/>
            <a:ext cx="18357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35" name="Google Shape;735;p42"/>
          <p:cNvSpPr txBox="1">
            <a:spLocks noGrp="1"/>
          </p:cNvSpPr>
          <p:nvPr>
            <p:ph type="subTitle" idx="8"/>
          </p:nvPr>
        </p:nvSpPr>
        <p:spPr>
          <a:xfrm>
            <a:off x="3419273" y="3888453"/>
            <a:ext cx="23055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42"/>
          <p:cNvSpPr txBox="1">
            <a:spLocks noGrp="1"/>
          </p:cNvSpPr>
          <p:nvPr>
            <p:ph type="title" idx="9"/>
          </p:nvPr>
        </p:nvSpPr>
        <p:spPr>
          <a:xfrm>
            <a:off x="6353444" y="1907775"/>
            <a:ext cx="18357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37" name="Google Shape;737;p42"/>
          <p:cNvSpPr txBox="1">
            <a:spLocks noGrp="1"/>
          </p:cNvSpPr>
          <p:nvPr>
            <p:ph type="subTitle" idx="13"/>
          </p:nvPr>
        </p:nvSpPr>
        <p:spPr>
          <a:xfrm>
            <a:off x="6118544" y="2296221"/>
            <a:ext cx="23055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42"/>
          <p:cNvSpPr txBox="1">
            <a:spLocks noGrp="1"/>
          </p:cNvSpPr>
          <p:nvPr>
            <p:ph type="title" idx="14"/>
          </p:nvPr>
        </p:nvSpPr>
        <p:spPr>
          <a:xfrm>
            <a:off x="6353444" y="3491375"/>
            <a:ext cx="18357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39" name="Google Shape;739;p42"/>
          <p:cNvSpPr txBox="1">
            <a:spLocks noGrp="1"/>
          </p:cNvSpPr>
          <p:nvPr>
            <p:ph type="subTitle" idx="15"/>
          </p:nvPr>
        </p:nvSpPr>
        <p:spPr>
          <a:xfrm>
            <a:off x="6118544" y="3888453"/>
            <a:ext cx="23055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5_1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1" name="Google Shape;741;p4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42" name="Google Shape;742;p4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4" name="Google Shape;744;p4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745" name="Google Shape;745;p4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9" name="Google Shape;749;p4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750" name="Google Shape;750;p4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51" name="Google Shape;751;p4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52" name="Google Shape;752;p4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" name="Google Shape;753;p4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4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43"/>
          <p:cNvSpPr txBox="1">
            <a:spLocks noGrp="1"/>
          </p:cNvSpPr>
          <p:nvPr>
            <p:ph type="title" idx="2"/>
          </p:nvPr>
        </p:nvSpPr>
        <p:spPr>
          <a:xfrm>
            <a:off x="2857762" y="1758138"/>
            <a:ext cx="15138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57" name="Google Shape;757;p43"/>
          <p:cNvSpPr txBox="1">
            <a:spLocks noGrp="1"/>
          </p:cNvSpPr>
          <p:nvPr>
            <p:ph type="subTitle" idx="1"/>
          </p:nvPr>
        </p:nvSpPr>
        <p:spPr>
          <a:xfrm>
            <a:off x="795725" y="1643213"/>
            <a:ext cx="1835700" cy="71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8" name="Google Shape;758;p43"/>
          <p:cNvSpPr txBox="1">
            <a:spLocks noGrp="1"/>
          </p:cNvSpPr>
          <p:nvPr>
            <p:ph type="title" idx="3"/>
          </p:nvPr>
        </p:nvSpPr>
        <p:spPr>
          <a:xfrm>
            <a:off x="4704985" y="1758138"/>
            <a:ext cx="15138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59" name="Google Shape;759;p43"/>
          <p:cNvSpPr txBox="1">
            <a:spLocks noGrp="1"/>
          </p:cNvSpPr>
          <p:nvPr>
            <p:ph type="subTitle" idx="4"/>
          </p:nvPr>
        </p:nvSpPr>
        <p:spPr>
          <a:xfrm>
            <a:off x="6512550" y="1641263"/>
            <a:ext cx="18357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0" name="Google Shape;760;p43"/>
          <p:cNvSpPr txBox="1">
            <a:spLocks noGrp="1"/>
          </p:cNvSpPr>
          <p:nvPr>
            <p:ph type="title" idx="5"/>
          </p:nvPr>
        </p:nvSpPr>
        <p:spPr>
          <a:xfrm>
            <a:off x="4704985" y="2633263"/>
            <a:ext cx="15138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1" name="Google Shape;761;p43"/>
          <p:cNvSpPr txBox="1">
            <a:spLocks noGrp="1"/>
          </p:cNvSpPr>
          <p:nvPr>
            <p:ph type="subTitle" idx="6"/>
          </p:nvPr>
        </p:nvSpPr>
        <p:spPr>
          <a:xfrm>
            <a:off x="6512563" y="2494263"/>
            <a:ext cx="18357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43"/>
          <p:cNvSpPr txBox="1">
            <a:spLocks noGrp="1"/>
          </p:cNvSpPr>
          <p:nvPr>
            <p:ph type="title" idx="7"/>
          </p:nvPr>
        </p:nvSpPr>
        <p:spPr>
          <a:xfrm>
            <a:off x="2857762" y="3498688"/>
            <a:ext cx="15138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3" name="Google Shape;763;p43"/>
          <p:cNvSpPr txBox="1">
            <a:spLocks noGrp="1"/>
          </p:cNvSpPr>
          <p:nvPr>
            <p:ph type="subTitle" idx="8"/>
          </p:nvPr>
        </p:nvSpPr>
        <p:spPr>
          <a:xfrm>
            <a:off x="795737" y="3380313"/>
            <a:ext cx="18357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43"/>
          <p:cNvSpPr txBox="1">
            <a:spLocks noGrp="1"/>
          </p:cNvSpPr>
          <p:nvPr>
            <p:ph type="title" idx="9"/>
          </p:nvPr>
        </p:nvSpPr>
        <p:spPr>
          <a:xfrm>
            <a:off x="2857762" y="2633263"/>
            <a:ext cx="15138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5" name="Google Shape;765;p43"/>
          <p:cNvSpPr txBox="1">
            <a:spLocks noGrp="1"/>
          </p:cNvSpPr>
          <p:nvPr>
            <p:ph type="subTitle" idx="13"/>
          </p:nvPr>
        </p:nvSpPr>
        <p:spPr>
          <a:xfrm>
            <a:off x="795736" y="2494263"/>
            <a:ext cx="18357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43"/>
          <p:cNvSpPr txBox="1">
            <a:spLocks noGrp="1"/>
          </p:cNvSpPr>
          <p:nvPr>
            <p:ph type="title" idx="14"/>
          </p:nvPr>
        </p:nvSpPr>
        <p:spPr>
          <a:xfrm>
            <a:off x="4704985" y="3498688"/>
            <a:ext cx="15138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7" name="Google Shape;767;p43"/>
          <p:cNvSpPr txBox="1">
            <a:spLocks noGrp="1"/>
          </p:cNvSpPr>
          <p:nvPr>
            <p:ph type="subTitle" idx="15"/>
          </p:nvPr>
        </p:nvSpPr>
        <p:spPr>
          <a:xfrm>
            <a:off x="6512511" y="3378363"/>
            <a:ext cx="18357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9" name="Google Shape;769;p4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70" name="Google Shape;770;p4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2" name="Google Shape;772;p4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773" name="Google Shape;773;p4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4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4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4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4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778" name="Google Shape;778;p4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9" name="Google Shape;779;p4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80" name="Google Shape;780;p4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781;p4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2" name="Google Shape;782;p4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83" name="Google Shape;783;p44"/>
          <p:cNvSpPr txBox="1">
            <a:spLocks noGrp="1"/>
          </p:cNvSpPr>
          <p:nvPr>
            <p:ph type="title" hasCustomPrompt="1"/>
          </p:nvPr>
        </p:nvSpPr>
        <p:spPr>
          <a:xfrm>
            <a:off x="2011429" y="1813593"/>
            <a:ext cx="20694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1"/>
          </p:nvPr>
        </p:nvSpPr>
        <p:spPr>
          <a:xfrm>
            <a:off x="2011579" y="2994376"/>
            <a:ext cx="20694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44"/>
          <p:cNvSpPr txBox="1">
            <a:spLocks noGrp="1"/>
          </p:cNvSpPr>
          <p:nvPr>
            <p:ph type="title" idx="2" hasCustomPrompt="1"/>
          </p:nvPr>
        </p:nvSpPr>
        <p:spPr>
          <a:xfrm>
            <a:off x="5072095" y="2283636"/>
            <a:ext cx="20694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786" name="Google Shape;786;p44"/>
          <p:cNvSpPr txBox="1">
            <a:spLocks noGrp="1"/>
          </p:cNvSpPr>
          <p:nvPr>
            <p:ph type="subTitle" idx="3"/>
          </p:nvPr>
        </p:nvSpPr>
        <p:spPr>
          <a:xfrm>
            <a:off x="5072095" y="3464418"/>
            <a:ext cx="20694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7" name="Google Shape;787;p44"/>
          <p:cNvSpPr txBox="1">
            <a:spLocks noGrp="1"/>
          </p:cNvSpPr>
          <p:nvPr>
            <p:ph type="subTitle" idx="4"/>
          </p:nvPr>
        </p:nvSpPr>
        <p:spPr>
          <a:xfrm>
            <a:off x="2241046" y="2561682"/>
            <a:ext cx="1624800" cy="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788" name="Google Shape;788;p44"/>
          <p:cNvSpPr txBox="1">
            <a:spLocks noGrp="1"/>
          </p:cNvSpPr>
          <p:nvPr>
            <p:ph type="subTitle" idx="5"/>
          </p:nvPr>
        </p:nvSpPr>
        <p:spPr>
          <a:xfrm>
            <a:off x="5300699" y="3031725"/>
            <a:ext cx="1624800" cy="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4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91" name="Google Shape;791;p4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3" name="Google Shape;793;p4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794" name="Google Shape;794;p4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4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4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8" name="Google Shape;798;p4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799" name="Google Shape;799;p4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0" name="Google Shape;800;p4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01" name="Google Shape;801;p4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2" name="Google Shape;802;p4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4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04" name="Google Shape;804;p45"/>
          <p:cNvSpPr txBox="1">
            <a:spLocks noGrp="1"/>
          </p:cNvSpPr>
          <p:nvPr>
            <p:ph type="title" hasCustomPrompt="1"/>
          </p:nvPr>
        </p:nvSpPr>
        <p:spPr>
          <a:xfrm>
            <a:off x="2260179" y="1877706"/>
            <a:ext cx="20694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05" name="Google Shape;805;p45"/>
          <p:cNvSpPr txBox="1">
            <a:spLocks noGrp="1"/>
          </p:cNvSpPr>
          <p:nvPr>
            <p:ph type="subTitle" idx="1"/>
          </p:nvPr>
        </p:nvSpPr>
        <p:spPr>
          <a:xfrm>
            <a:off x="2260175" y="3058500"/>
            <a:ext cx="2235600" cy="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45"/>
          <p:cNvSpPr txBox="1">
            <a:spLocks noGrp="1"/>
          </p:cNvSpPr>
          <p:nvPr>
            <p:ph type="title" idx="2" hasCustomPrompt="1"/>
          </p:nvPr>
        </p:nvSpPr>
        <p:spPr>
          <a:xfrm>
            <a:off x="4809370" y="1877711"/>
            <a:ext cx="20694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07" name="Google Shape;807;p45"/>
          <p:cNvSpPr txBox="1">
            <a:spLocks noGrp="1"/>
          </p:cNvSpPr>
          <p:nvPr>
            <p:ph type="subTitle" idx="3"/>
          </p:nvPr>
        </p:nvSpPr>
        <p:spPr>
          <a:xfrm>
            <a:off x="4643175" y="3058500"/>
            <a:ext cx="2235600" cy="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45"/>
          <p:cNvSpPr txBox="1">
            <a:spLocks noGrp="1"/>
          </p:cNvSpPr>
          <p:nvPr>
            <p:ph type="subTitle" idx="4"/>
          </p:nvPr>
        </p:nvSpPr>
        <p:spPr>
          <a:xfrm>
            <a:off x="2260179" y="2625795"/>
            <a:ext cx="1624800" cy="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809" name="Google Shape;809;p45"/>
          <p:cNvSpPr txBox="1">
            <a:spLocks noGrp="1"/>
          </p:cNvSpPr>
          <p:nvPr>
            <p:ph type="subTitle" idx="5"/>
          </p:nvPr>
        </p:nvSpPr>
        <p:spPr>
          <a:xfrm>
            <a:off x="5253970" y="2625800"/>
            <a:ext cx="1624800" cy="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810" name="Google Shape;810;p45"/>
          <p:cNvSpPr txBox="1">
            <a:spLocks noGrp="1"/>
          </p:cNvSpPr>
          <p:nvPr>
            <p:ph type="title" idx="6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6_1_1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2" name="Google Shape;812;p4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13" name="Google Shape;813;p4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5" name="Google Shape;815;p46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16" name="Google Shape;816;p4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4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4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0" name="Google Shape;820;p4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21" name="Google Shape;821;p4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22" name="Google Shape;822;p46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23" name="Google Shape;823;p4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4" name="Google Shape;824;p4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5" name="Google Shape;825;p4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26" name="Google Shape;826;p46"/>
          <p:cNvSpPr txBox="1">
            <a:spLocks noGrp="1"/>
          </p:cNvSpPr>
          <p:nvPr>
            <p:ph type="title" hasCustomPrompt="1"/>
          </p:nvPr>
        </p:nvSpPr>
        <p:spPr>
          <a:xfrm>
            <a:off x="1974513" y="1530500"/>
            <a:ext cx="27378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27" name="Google Shape;827;p46"/>
          <p:cNvSpPr txBox="1">
            <a:spLocks noGrp="1"/>
          </p:cNvSpPr>
          <p:nvPr>
            <p:ph type="subTitle" idx="1"/>
          </p:nvPr>
        </p:nvSpPr>
        <p:spPr>
          <a:xfrm>
            <a:off x="5148724" y="1593350"/>
            <a:ext cx="223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46"/>
          <p:cNvSpPr txBox="1">
            <a:spLocks noGrp="1"/>
          </p:cNvSpPr>
          <p:nvPr>
            <p:ph type="title" idx="2" hasCustomPrompt="1"/>
          </p:nvPr>
        </p:nvSpPr>
        <p:spPr>
          <a:xfrm>
            <a:off x="1974513" y="2550713"/>
            <a:ext cx="27378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29" name="Google Shape;829;p46"/>
          <p:cNvSpPr txBox="1">
            <a:spLocks noGrp="1"/>
          </p:cNvSpPr>
          <p:nvPr>
            <p:ph type="subTitle" idx="3"/>
          </p:nvPr>
        </p:nvSpPr>
        <p:spPr>
          <a:xfrm>
            <a:off x="5148713" y="2613563"/>
            <a:ext cx="223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0" name="Google Shape;830;p46"/>
          <p:cNvSpPr txBox="1">
            <a:spLocks noGrp="1"/>
          </p:cNvSpPr>
          <p:nvPr>
            <p:ph type="title" idx="4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46"/>
          <p:cNvSpPr txBox="1">
            <a:spLocks noGrp="1"/>
          </p:cNvSpPr>
          <p:nvPr>
            <p:ph type="title" idx="5" hasCustomPrompt="1"/>
          </p:nvPr>
        </p:nvSpPr>
        <p:spPr>
          <a:xfrm>
            <a:off x="1974514" y="3570938"/>
            <a:ext cx="27378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32" name="Google Shape;832;p46"/>
          <p:cNvSpPr txBox="1">
            <a:spLocks noGrp="1"/>
          </p:cNvSpPr>
          <p:nvPr>
            <p:ph type="subTitle" idx="6"/>
          </p:nvPr>
        </p:nvSpPr>
        <p:spPr>
          <a:xfrm>
            <a:off x="5148713" y="3633788"/>
            <a:ext cx="223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4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35" name="Google Shape;835;p4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7" name="Google Shape;837;p4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38" name="Google Shape;838;p4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2" name="Google Shape;842;p4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43" name="Google Shape;843;p4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44" name="Google Shape;844;p47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45" name="Google Shape;845;p4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6" name="Google Shape;846;p4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7" name="Google Shape;847;p4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48" name="Google Shape;848;p47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_1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4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51" name="Google Shape;851;p4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3" name="Google Shape;853;p4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54" name="Google Shape;854;p4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8" name="Google Shape;858;p4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59" name="Google Shape;859;p4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60" name="Google Shape;860;p4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61" name="Google Shape;861;p4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2" name="Google Shape;862;p4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3" name="Google Shape;863;p4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64" name="Google Shape;864;p48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3"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6" name="Google Shape;866;p4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67" name="Google Shape;867;p4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9" name="Google Shape;869;p4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70" name="Google Shape;870;p4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4" name="Google Shape;874;p4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75" name="Google Shape;875;p4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76" name="Google Shape;876;p4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77" name="Google Shape;877;p4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8" name="Google Shape;878;p4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9" name="Google Shape;879;p4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80" name="Google Shape;880;p49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81" name="Google Shape;881;p49"/>
          <p:cNvGrpSpPr/>
          <p:nvPr/>
        </p:nvGrpSpPr>
        <p:grpSpPr>
          <a:xfrm>
            <a:off x="1131725" y="1445600"/>
            <a:ext cx="6880555" cy="2933782"/>
            <a:chOff x="358352" y="258060"/>
            <a:chExt cx="8428954" cy="3594000"/>
          </a:xfrm>
        </p:grpSpPr>
        <p:sp>
          <p:nvSpPr>
            <p:cNvPr id="882" name="Google Shape;882;p49"/>
            <p:cNvSpPr/>
            <p:nvPr/>
          </p:nvSpPr>
          <p:spPr>
            <a:xfrm>
              <a:off x="358352" y="258060"/>
              <a:ext cx="8427300" cy="35940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9"/>
            <p:cNvSpPr/>
            <p:nvPr/>
          </p:nvSpPr>
          <p:spPr>
            <a:xfrm>
              <a:off x="360006" y="258060"/>
              <a:ext cx="8427300" cy="35940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4" name="Google Shape;884;p4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85" name="Google Shape;885;p4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86" name="Google Shape;886;p4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87" name="Google Shape;887;p4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47625" dir="5400000" algn="bl" rotWithShape="0">
                    <a:schemeClr val="dk1">
                      <a:alpha val="2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8" name="Google Shape;888;p4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47625" dir="5400000" algn="bl" rotWithShape="0">
                    <a:schemeClr val="dk1">
                      <a:alpha val="2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9" name="Google Shape;889;p4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47625" dir="5400000" algn="bl" rotWithShape="0">
                    <a:schemeClr val="dk1">
                      <a:alpha val="2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3_1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5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92" name="Google Shape;892;p5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4" name="Google Shape;894;p5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95" name="Google Shape;895;p5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5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5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5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9" name="Google Shape;899;p5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00" name="Google Shape;900;p5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01" name="Google Shape;901;p5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02" name="Google Shape;902;p5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3" name="Google Shape;903;p5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4" name="Google Shape;904;p5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905" name="Google Shape;905;p50"/>
          <p:cNvGrpSpPr/>
          <p:nvPr/>
        </p:nvGrpSpPr>
        <p:grpSpPr>
          <a:xfrm>
            <a:off x="3190848" y="808550"/>
            <a:ext cx="5216415" cy="3639600"/>
            <a:chOff x="3190848" y="808550"/>
            <a:chExt cx="5216415" cy="3639600"/>
          </a:xfrm>
        </p:grpSpPr>
        <p:sp>
          <p:nvSpPr>
            <p:cNvPr id="906" name="Google Shape;906;p50"/>
            <p:cNvSpPr/>
            <p:nvPr/>
          </p:nvSpPr>
          <p:spPr>
            <a:xfrm>
              <a:off x="3190863" y="808550"/>
              <a:ext cx="5216400" cy="36396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0"/>
            <p:cNvSpPr/>
            <p:nvPr/>
          </p:nvSpPr>
          <p:spPr>
            <a:xfrm>
              <a:off x="3190848" y="808575"/>
              <a:ext cx="5216400" cy="311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8" name="Google Shape;908;p50"/>
            <p:cNvGrpSpPr/>
            <p:nvPr/>
          </p:nvGrpSpPr>
          <p:grpSpPr>
            <a:xfrm rot="10800000" flipH="1">
              <a:off x="3308699" y="922708"/>
              <a:ext cx="376790" cy="82489"/>
              <a:chOff x="5578333" y="744468"/>
              <a:chExt cx="431653" cy="94500"/>
            </a:xfrm>
          </p:grpSpPr>
          <p:sp>
            <p:nvSpPr>
              <p:cNvPr id="909" name="Google Shape;909;p50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50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50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12" name="Google Shape;912;p50"/>
          <p:cNvSpPr txBox="1">
            <a:spLocks noGrp="1"/>
          </p:cNvSpPr>
          <p:nvPr>
            <p:ph type="title"/>
          </p:nvPr>
        </p:nvSpPr>
        <p:spPr>
          <a:xfrm>
            <a:off x="720000" y="829225"/>
            <a:ext cx="2331900" cy="108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3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4" name="Google Shape;914;p5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15" name="Google Shape;915;p5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5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7" name="Google Shape;917;p5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18" name="Google Shape;918;p5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5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5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5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5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23" name="Google Shape;923;p5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24" name="Google Shape;924;p5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25" name="Google Shape;925;p5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6" name="Google Shape;926;p5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7" name="Google Shape;927;p5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28" name="Google Shape;928;p51"/>
          <p:cNvSpPr txBox="1">
            <a:spLocks noGrp="1"/>
          </p:cNvSpPr>
          <p:nvPr>
            <p:ph type="title"/>
          </p:nvPr>
        </p:nvSpPr>
        <p:spPr>
          <a:xfrm>
            <a:off x="942975" y="2167513"/>
            <a:ext cx="2623200" cy="12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3_1_1_1"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2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31" name="Google Shape;931;p5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32" name="Google Shape;932;p5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4" name="Google Shape;934;p5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35" name="Google Shape;935;p5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5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5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5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9" name="Google Shape;939;p5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40" name="Google Shape;940;p5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1" name="Google Shape;941;p5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42" name="Google Shape;942;p5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3" name="Google Shape;943;p5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5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3_1_1_1_1"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5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47" name="Google Shape;947;p5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5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9" name="Google Shape;949;p5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50" name="Google Shape;950;p5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5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5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5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4" name="Google Shape;954;p5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55" name="Google Shape;955;p5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56" name="Google Shape;956;p5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57" name="Google Shape;957;p5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8" name="Google Shape;958;p5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9" name="Google Shape;959;p5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60" name="Google Shape;960;p53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3_1_1_1_1_1"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4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63" name="Google Shape;963;p5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64" name="Google Shape;964;p5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5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6" name="Google Shape;966;p5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67" name="Google Shape;967;p5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5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5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5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1" name="Google Shape;971;p5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72" name="Google Shape;972;p5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3" name="Google Shape;973;p5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74" name="Google Shape;974;p5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5" name="Google Shape;975;p5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976;p5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3_1_1_1_1_1_1"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5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79" name="Google Shape;979;p5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1" name="Google Shape;981;p5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82" name="Google Shape;982;p5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5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5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6" name="Google Shape;986;p5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87" name="Google Shape;987;p5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88" name="Google Shape;988;p5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89" name="Google Shape;989;p5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0" name="Google Shape;990;p5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1" name="Google Shape;991;p5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92" name="Google Shape;992;p55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3_1_1_1_1_1_1_1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4" name="Google Shape;994;p5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95" name="Google Shape;995;p5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5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7" name="Google Shape;997;p56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98" name="Google Shape;998;p5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5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5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5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2" name="Google Shape;1002;p5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03" name="Google Shape;1003;p5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4" name="Google Shape;1004;p56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05" name="Google Shape;1005;p5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6" name="Google Shape;1006;p5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7" name="Google Shape;1007;p5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08" name="Google Shape;1008;p56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3_1_1_1_1_1_1_1_1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Google Shape;1010;p5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11" name="Google Shape;1011;p5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3" name="Google Shape;1013;p5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14" name="Google Shape;1014;p5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5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5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5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8" name="Google Shape;1018;p5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19" name="Google Shape;1019;p5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20" name="Google Shape;1020;p57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21" name="Google Shape;1021;p5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5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5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24" name="Google Shape;1024;p57"/>
          <p:cNvSpPr txBox="1">
            <a:spLocks noGrp="1"/>
          </p:cNvSpPr>
          <p:nvPr>
            <p:ph type="title"/>
          </p:nvPr>
        </p:nvSpPr>
        <p:spPr>
          <a:xfrm>
            <a:off x="824250" y="698625"/>
            <a:ext cx="44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3_1_1_1_1_1_1_1_1_1"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oogle Shape;1026;p5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27" name="Google Shape;1027;p5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5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5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30" name="Google Shape;1030;p5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5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5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5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4" name="Google Shape;1034;p5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35" name="Google Shape;1035;p5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6" name="Google Shape;1036;p5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37" name="Google Shape;1037;p5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5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5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40" name="Google Shape;1040;p58"/>
          <p:cNvSpPr txBox="1">
            <a:spLocks noGrp="1"/>
          </p:cNvSpPr>
          <p:nvPr>
            <p:ph type="title"/>
          </p:nvPr>
        </p:nvSpPr>
        <p:spPr>
          <a:xfrm>
            <a:off x="3810400" y="774825"/>
            <a:ext cx="3471600" cy="11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" name="Google Shape;1042;p5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43" name="Google Shape;1043;p5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5" name="Google Shape;1045;p5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46" name="Google Shape;1046;p5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5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5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5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0" name="Google Shape;1050;p5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51" name="Google Shape;1051;p5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2" name="Google Shape;1052;p5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53" name="Google Shape;1053;p5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4" name="Google Shape;1054;p5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5" name="Google Shape;1055;p5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56" name="Google Shape;1056;p59"/>
          <p:cNvSpPr txBox="1">
            <a:spLocks noGrp="1"/>
          </p:cNvSpPr>
          <p:nvPr>
            <p:ph type="ctrTitle"/>
          </p:nvPr>
        </p:nvSpPr>
        <p:spPr>
          <a:xfrm>
            <a:off x="4572196" y="993025"/>
            <a:ext cx="3852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57" name="Google Shape;1057;p59"/>
          <p:cNvSpPr txBox="1">
            <a:spLocks noGrp="1"/>
          </p:cNvSpPr>
          <p:nvPr>
            <p:ph type="subTitle" idx="1"/>
          </p:nvPr>
        </p:nvSpPr>
        <p:spPr>
          <a:xfrm>
            <a:off x="4850896" y="1875358"/>
            <a:ext cx="3294600" cy="11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58" name="Google Shape;1058;p59"/>
          <p:cNvSpPr txBox="1"/>
          <p:nvPr/>
        </p:nvSpPr>
        <p:spPr>
          <a:xfrm>
            <a:off x="4572000" y="4153200"/>
            <a:ext cx="38511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-GB" sz="9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/>
              </a:rPr>
              <a:t>Slidesgo</a:t>
            </a:r>
            <a:r>
              <a:rPr lang="en-GB" sz="9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-GB" sz="9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/>
              </a:rPr>
              <a:t>Flaticon</a:t>
            </a:r>
            <a:r>
              <a:rPr lang="en-GB" sz="9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and infographics &amp; images by </a:t>
            </a:r>
            <a:r>
              <a:rPr lang="en-GB" sz="9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/>
              </a:rPr>
              <a:t>Freepik</a:t>
            </a:r>
            <a:endParaRPr sz="9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59" name="Google Shape;1059;p59"/>
          <p:cNvSpPr txBox="1">
            <a:spLocks noGrp="1"/>
          </p:cNvSpPr>
          <p:nvPr>
            <p:ph type="subTitle" idx="2"/>
          </p:nvPr>
        </p:nvSpPr>
        <p:spPr>
          <a:xfrm>
            <a:off x="4643300" y="3705230"/>
            <a:ext cx="3709800" cy="3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6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62" name="Google Shape;1062;p6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4" name="Google Shape;1064;p6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65" name="Google Shape;1065;p6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6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6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6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9" name="Google Shape;1069;p6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70" name="Google Shape;1070;p6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1" name="Google Shape;1071;p6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72" name="Google Shape;1072;p6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3" name="Google Shape;1073;p6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4" name="Google Shape;1074;p6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075" name="Google Shape;1075;p60"/>
          <p:cNvGrpSpPr/>
          <p:nvPr/>
        </p:nvGrpSpPr>
        <p:grpSpPr>
          <a:xfrm>
            <a:off x="952499" y="1113600"/>
            <a:ext cx="7240638" cy="3108284"/>
            <a:chOff x="952499" y="1418400"/>
            <a:chExt cx="7240638" cy="3108284"/>
          </a:xfrm>
        </p:grpSpPr>
        <p:grpSp>
          <p:nvGrpSpPr>
            <p:cNvPr id="1076" name="Google Shape;1076;p60"/>
            <p:cNvGrpSpPr/>
            <p:nvPr/>
          </p:nvGrpSpPr>
          <p:grpSpPr>
            <a:xfrm>
              <a:off x="952499" y="1418400"/>
              <a:ext cx="2299225" cy="3108284"/>
              <a:chOff x="486919" y="1114962"/>
              <a:chExt cx="2619901" cy="3541800"/>
            </a:xfrm>
          </p:grpSpPr>
          <p:sp>
            <p:nvSpPr>
              <p:cNvPr id="1077" name="Google Shape;1077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9" name="Google Shape;1079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0" name="Google Shape;1080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83" name="Google Shape;1083;p60"/>
            <p:cNvGrpSpPr/>
            <p:nvPr/>
          </p:nvGrpSpPr>
          <p:grpSpPr>
            <a:xfrm>
              <a:off x="34232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84" name="Google Shape;1084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86" name="Google Shape;1086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7" name="Google Shape;1087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90" name="Google Shape;1090;p60"/>
            <p:cNvGrpSpPr/>
            <p:nvPr/>
          </p:nvGrpSpPr>
          <p:grpSpPr>
            <a:xfrm>
              <a:off x="58939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91" name="Google Shape;1091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3" name="Google Shape;1093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94" name="Google Shape;1094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5" name="Google Shape;1095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6" name="Google Shape;1096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2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6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99" name="Google Shape;1099;p6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1" name="Google Shape;1101;p6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02" name="Google Shape;1102;p6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6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6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6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6" name="Google Shape;1106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7" name="Google Shape;1107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08" name="Google Shape;1108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09" name="Google Shape;1109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12" name="Google Shape;1112;p61"/>
          <p:cNvGrpSpPr/>
          <p:nvPr/>
        </p:nvGrpSpPr>
        <p:grpSpPr>
          <a:xfrm>
            <a:off x="719282" y="1076152"/>
            <a:ext cx="6880555" cy="2625711"/>
            <a:chOff x="358361" y="258062"/>
            <a:chExt cx="8428954" cy="3216600"/>
          </a:xfrm>
        </p:grpSpPr>
        <p:sp>
          <p:nvSpPr>
            <p:cNvPr id="1113" name="Google Shape;1113;p61"/>
            <p:cNvSpPr/>
            <p:nvPr/>
          </p:nvSpPr>
          <p:spPr>
            <a:xfrm>
              <a:off x="358361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1"/>
            <p:cNvSpPr/>
            <p:nvPr/>
          </p:nvSpPr>
          <p:spPr>
            <a:xfrm>
              <a:off x="360015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5" name="Google Shape;1115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16" name="Google Shape;1116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85725" dist="3810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7" name="Google Shape;1117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18" name="Google Shape;1118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21" name="Google Shape;1121;p61"/>
          <p:cNvGrpSpPr/>
          <p:nvPr/>
        </p:nvGrpSpPr>
        <p:grpSpPr>
          <a:xfrm>
            <a:off x="3521825" y="3242775"/>
            <a:ext cx="4695887" cy="1063125"/>
            <a:chOff x="486920" y="1114962"/>
            <a:chExt cx="5350828" cy="1211400"/>
          </a:xfrm>
        </p:grpSpPr>
        <p:sp>
          <p:nvSpPr>
            <p:cNvPr id="1122" name="Google Shape;1122;p61"/>
            <p:cNvSpPr/>
            <p:nvPr/>
          </p:nvSpPr>
          <p:spPr>
            <a:xfrm>
              <a:off x="486920" y="1114962"/>
              <a:ext cx="5350800" cy="1211400"/>
            </a:xfrm>
            <a:prstGeom prst="roundRect">
              <a:avLst>
                <a:gd name="adj" fmla="val 1492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1"/>
            <p:cNvSpPr/>
            <p:nvPr/>
          </p:nvSpPr>
          <p:spPr>
            <a:xfrm>
              <a:off x="486949" y="1114991"/>
              <a:ext cx="535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4" name="Google Shape;1124;p61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25" name="Google Shape;1125;p61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61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61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6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30" name="Google Shape;1130;p6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2" name="Google Shape;1132;p6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33" name="Google Shape;1133;p6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6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6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6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7" name="Google Shape;1137;p6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38" name="Google Shape;1138;p6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9" name="Google Shape;1139;p6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40" name="Google Shape;1140;p6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6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6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43" name="Google Shape;1143;p62"/>
          <p:cNvGrpSpPr/>
          <p:nvPr/>
        </p:nvGrpSpPr>
        <p:grpSpPr>
          <a:xfrm>
            <a:off x="1773576" y="1120075"/>
            <a:ext cx="2299225" cy="3108284"/>
            <a:chOff x="486919" y="1114962"/>
            <a:chExt cx="2619901" cy="3541800"/>
          </a:xfrm>
        </p:grpSpPr>
        <p:sp>
          <p:nvSpPr>
            <p:cNvPr id="1144" name="Google Shape;1144;p62"/>
            <p:cNvSpPr/>
            <p:nvPr/>
          </p:nvSpPr>
          <p:spPr>
            <a:xfrm>
              <a:off x="486920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62"/>
            <p:cNvSpPr/>
            <p:nvPr/>
          </p:nvSpPr>
          <p:spPr>
            <a:xfrm>
              <a:off x="48691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6" name="Google Shape;1146;p62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47" name="Google Shape;1147;p62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62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62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0" name="Google Shape;1150;p62"/>
          <p:cNvGrpSpPr/>
          <p:nvPr/>
        </p:nvGrpSpPr>
        <p:grpSpPr>
          <a:xfrm>
            <a:off x="5083801" y="1120075"/>
            <a:ext cx="2299252" cy="3108284"/>
            <a:chOff x="91807" y="1114962"/>
            <a:chExt cx="2619932" cy="3541800"/>
          </a:xfrm>
        </p:grpSpPr>
        <p:sp>
          <p:nvSpPr>
            <p:cNvPr id="1151" name="Google Shape;1151;p62"/>
            <p:cNvSpPr/>
            <p:nvPr/>
          </p:nvSpPr>
          <p:spPr>
            <a:xfrm>
              <a:off x="91807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62"/>
            <p:cNvSpPr/>
            <p:nvPr/>
          </p:nvSpPr>
          <p:spPr>
            <a:xfrm>
              <a:off x="9183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3" name="Google Shape;1153;p62"/>
            <p:cNvGrpSpPr/>
            <p:nvPr/>
          </p:nvGrpSpPr>
          <p:grpSpPr>
            <a:xfrm rot="10800000" flipH="1">
              <a:off x="229496" y="1244995"/>
              <a:ext cx="429322" cy="93999"/>
              <a:chOff x="5184775" y="744468"/>
              <a:chExt cx="431653" cy="94500"/>
            </a:xfrm>
          </p:grpSpPr>
          <p:sp>
            <p:nvSpPr>
              <p:cNvPr id="1154" name="Google Shape;1154;p62"/>
              <p:cNvSpPr/>
              <p:nvPr/>
            </p:nvSpPr>
            <p:spPr>
              <a:xfrm>
                <a:off x="5184775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62"/>
              <p:cNvSpPr/>
              <p:nvPr/>
            </p:nvSpPr>
            <p:spPr>
              <a:xfrm>
                <a:off x="5353352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62"/>
              <p:cNvSpPr/>
              <p:nvPr/>
            </p:nvSpPr>
            <p:spPr>
              <a:xfrm>
                <a:off x="5521928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6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59" name="Google Shape;1159;p6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1" name="Google Shape;1161;p6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62" name="Google Shape;1162;p6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6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6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6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6" name="Google Shape;1166;p6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67" name="Google Shape;1167;p6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68" name="Google Shape;1168;p6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69" name="Google Shape;1169;p6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6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6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72" name="Google Shape;1172;p63"/>
          <p:cNvGrpSpPr/>
          <p:nvPr/>
        </p:nvGrpSpPr>
        <p:grpSpPr>
          <a:xfrm>
            <a:off x="6830653" y="1437528"/>
            <a:ext cx="1591816" cy="1122977"/>
            <a:chOff x="486931" y="1114949"/>
            <a:chExt cx="2517900" cy="1776300"/>
          </a:xfrm>
        </p:grpSpPr>
        <p:sp>
          <p:nvSpPr>
            <p:cNvPr id="1173" name="Google Shape;1173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5" name="Google Shape;1175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76" name="Google Shape;1176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9" name="Google Shape;1179;p63"/>
          <p:cNvGrpSpPr/>
          <p:nvPr/>
        </p:nvGrpSpPr>
        <p:grpSpPr>
          <a:xfrm>
            <a:off x="2497124" y="1208425"/>
            <a:ext cx="4166209" cy="2778904"/>
            <a:chOff x="486897" y="1114972"/>
            <a:chExt cx="5169635" cy="3448200"/>
          </a:xfrm>
        </p:grpSpPr>
        <p:sp>
          <p:nvSpPr>
            <p:cNvPr id="1180" name="Google Shape;1180;p63"/>
            <p:cNvSpPr/>
            <p:nvPr/>
          </p:nvSpPr>
          <p:spPr>
            <a:xfrm>
              <a:off x="486932" y="1114972"/>
              <a:ext cx="5169600" cy="3448200"/>
            </a:xfrm>
            <a:prstGeom prst="roundRect">
              <a:avLst>
                <a:gd name="adj" fmla="val 7978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63"/>
            <p:cNvSpPr/>
            <p:nvPr/>
          </p:nvSpPr>
          <p:spPr>
            <a:xfrm>
              <a:off x="486897" y="1115004"/>
              <a:ext cx="51696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2" name="Google Shape;1182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83" name="Google Shape;1183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6" name="Google Shape;1186;p63"/>
          <p:cNvGrpSpPr/>
          <p:nvPr/>
        </p:nvGrpSpPr>
        <p:grpSpPr>
          <a:xfrm>
            <a:off x="730778" y="1437528"/>
            <a:ext cx="1591816" cy="1122977"/>
            <a:chOff x="486931" y="1114949"/>
            <a:chExt cx="2517900" cy="1776300"/>
          </a:xfrm>
        </p:grpSpPr>
        <p:sp>
          <p:nvSpPr>
            <p:cNvPr id="1187" name="Google Shape;1187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9" name="Google Shape;1189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90" name="Google Shape;1190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2000" y="295804"/>
            <a:ext cx="8100000" cy="594000"/>
          </a:xfrm>
        </p:spPr>
        <p:txBody>
          <a:bodyPr lIns="0" tIns="0" rIns="0" bIns="0"/>
          <a:lstStyle>
            <a:lvl1pPr algn="ctr" fontAlgn="base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69"/>
          <p:cNvSpPr txBox="1">
            <a:spLocks noGrp="1"/>
          </p:cNvSpPr>
          <p:nvPr>
            <p:ph type="ctrTitle"/>
          </p:nvPr>
        </p:nvSpPr>
        <p:spPr>
          <a:xfrm>
            <a:off x="467995" y="964565"/>
            <a:ext cx="4394835" cy="23609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000"/>
              <a:t>Multi-Site Inventory Management System</a:t>
            </a:r>
          </a:p>
        </p:txBody>
      </p:sp>
      <p:sp>
        <p:nvSpPr>
          <p:cNvPr id="1208" name="Google Shape;1208;p69"/>
          <p:cNvSpPr/>
          <p:nvPr/>
        </p:nvSpPr>
        <p:spPr>
          <a:xfrm>
            <a:off x="683895" y="4083685"/>
            <a:ext cx="3503295" cy="37338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69"/>
          <p:cNvSpPr txBox="1">
            <a:spLocks noGrp="1"/>
          </p:cNvSpPr>
          <p:nvPr>
            <p:ph type="subTitle" idx="1"/>
          </p:nvPr>
        </p:nvSpPr>
        <p:spPr>
          <a:xfrm>
            <a:off x="683895" y="4083685"/>
            <a:ext cx="3318510" cy="4102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/>
              <a:t>Distributed DataBase</a:t>
            </a:r>
          </a:p>
        </p:txBody>
      </p:sp>
      <p:sp>
        <p:nvSpPr>
          <p:cNvPr id="1210" name="Google Shape;1210;p69"/>
          <p:cNvSpPr/>
          <p:nvPr/>
        </p:nvSpPr>
        <p:spPr>
          <a:xfrm>
            <a:off x="8084495" y="437210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38100" dir="5400000" algn="bl" rotWithShape="0">
              <a:schemeClr val="dk1">
                <a:alpha val="1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69"/>
          <p:cNvSpPr/>
          <p:nvPr/>
        </p:nvSpPr>
        <p:spPr>
          <a:xfrm>
            <a:off x="4816755" y="1104475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2" name="Google Shape;1212;p69"/>
          <p:cNvGrpSpPr/>
          <p:nvPr/>
        </p:nvGrpSpPr>
        <p:grpSpPr>
          <a:xfrm>
            <a:off x="4931966" y="898312"/>
            <a:ext cx="3427498" cy="2849974"/>
            <a:chOff x="4985306" y="1282487"/>
            <a:chExt cx="3427498" cy="2849974"/>
          </a:xfrm>
        </p:grpSpPr>
        <p:sp>
          <p:nvSpPr>
            <p:cNvPr id="1213" name="Google Shape;1213;p69"/>
            <p:cNvSpPr/>
            <p:nvPr/>
          </p:nvSpPr>
          <p:spPr>
            <a:xfrm>
              <a:off x="5044568" y="1717313"/>
              <a:ext cx="3151960" cy="2106720"/>
            </a:xfrm>
            <a:custGeom>
              <a:avLst/>
              <a:gdLst/>
              <a:ahLst/>
              <a:cxnLst/>
              <a:rect l="l" t="t" r="r" b="b"/>
              <a:pathLst>
                <a:path w="147116" h="98330" extrusionOk="0">
                  <a:moveTo>
                    <a:pt x="1490" y="0"/>
                  </a:moveTo>
                  <a:cubicBezTo>
                    <a:pt x="669" y="0"/>
                    <a:pt x="0" y="638"/>
                    <a:pt x="0" y="1489"/>
                  </a:cubicBezTo>
                  <a:lnTo>
                    <a:pt x="0" y="2979"/>
                  </a:lnTo>
                  <a:lnTo>
                    <a:pt x="0" y="96932"/>
                  </a:lnTo>
                  <a:cubicBezTo>
                    <a:pt x="0" y="97722"/>
                    <a:pt x="639" y="98330"/>
                    <a:pt x="1399" y="98330"/>
                  </a:cubicBezTo>
                  <a:lnTo>
                    <a:pt x="145657" y="98330"/>
                  </a:lnTo>
                  <a:cubicBezTo>
                    <a:pt x="146447" y="98330"/>
                    <a:pt x="147055" y="97691"/>
                    <a:pt x="147055" y="96932"/>
                  </a:cubicBezTo>
                  <a:lnTo>
                    <a:pt x="147055" y="2979"/>
                  </a:lnTo>
                  <a:lnTo>
                    <a:pt x="147055" y="1489"/>
                  </a:lnTo>
                  <a:cubicBezTo>
                    <a:pt x="147116" y="638"/>
                    <a:pt x="146477" y="0"/>
                    <a:pt x="145626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38100" dir="546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69"/>
            <p:cNvSpPr/>
            <p:nvPr/>
          </p:nvSpPr>
          <p:spPr>
            <a:xfrm>
              <a:off x="4985949" y="1711443"/>
              <a:ext cx="3151318" cy="2043559"/>
            </a:xfrm>
            <a:custGeom>
              <a:avLst/>
              <a:gdLst/>
              <a:ahLst/>
              <a:cxnLst/>
              <a:rect l="l" t="t" r="r" b="b"/>
              <a:pathLst>
                <a:path w="147086" h="95382" extrusionOk="0">
                  <a:moveTo>
                    <a:pt x="1" y="1"/>
                  </a:moveTo>
                  <a:lnTo>
                    <a:pt x="1" y="93984"/>
                  </a:lnTo>
                  <a:cubicBezTo>
                    <a:pt x="1" y="94744"/>
                    <a:pt x="609" y="95382"/>
                    <a:pt x="1399" y="95382"/>
                  </a:cubicBezTo>
                  <a:lnTo>
                    <a:pt x="145627" y="95382"/>
                  </a:lnTo>
                  <a:cubicBezTo>
                    <a:pt x="146417" y="95382"/>
                    <a:pt x="147086" y="94774"/>
                    <a:pt x="147086" y="93984"/>
                  </a:cubicBezTo>
                  <a:lnTo>
                    <a:pt x="1470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69"/>
            <p:cNvSpPr/>
            <p:nvPr/>
          </p:nvSpPr>
          <p:spPr>
            <a:xfrm>
              <a:off x="4985306" y="1648282"/>
              <a:ext cx="3151960" cy="63182"/>
            </a:xfrm>
            <a:custGeom>
              <a:avLst/>
              <a:gdLst/>
              <a:ahLst/>
              <a:cxnLst/>
              <a:rect l="l" t="t" r="r" b="b"/>
              <a:pathLst>
                <a:path w="147116" h="2949" extrusionOk="0">
                  <a:moveTo>
                    <a:pt x="1459" y="0"/>
                  </a:moveTo>
                  <a:cubicBezTo>
                    <a:pt x="639" y="0"/>
                    <a:pt x="0" y="669"/>
                    <a:pt x="0" y="1490"/>
                  </a:cubicBezTo>
                  <a:lnTo>
                    <a:pt x="0" y="2949"/>
                  </a:lnTo>
                  <a:lnTo>
                    <a:pt x="147116" y="2949"/>
                  </a:lnTo>
                  <a:lnTo>
                    <a:pt x="147116" y="1490"/>
                  </a:lnTo>
                  <a:cubicBezTo>
                    <a:pt x="147116" y="638"/>
                    <a:pt x="146417" y="0"/>
                    <a:pt x="145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69"/>
            <p:cNvSpPr/>
            <p:nvPr/>
          </p:nvSpPr>
          <p:spPr>
            <a:xfrm>
              <a:off x="5026335" y="1674313"/>
              <a:ext cx="18254" cy="17611"/>
            </a:xfrm>
            <a:custGeom>
              <a:avLst/>
              <a:gdLst/>
              <a:ahLst/>
              <a:cxnLst/>
              <a:rect l="l" t="t" r="r" b="b"/>
              <a:pathLst>
                <a:path w="852" h="822" extrusionOk="0">
                  <a:moveTo>
                    <a:pt x="426" y="1"/>
                  </a:moveTo>
                  <a:cubicBezTo>
                    <a:pt x="183" y="1"/>
                    <a:pt x="0" y="183"/>
                    <a:pt x="0" y="427"/>
                  </a:cubicBezTo>
                  <a:cubicBezTo>
                    <a:pt x="0" y="639"/>
                    <a:pt x="183" y="822"/>
                    <a:pt x="426" y="822"/>
                  </a:cubicBezTo>
                  <a:cubicBezTo>
                    <a:pt x="669" y="822"/>
                    <a:pt x="851" y="639"/>
                    <a:pt x="851" y="427"/>
                  </a:cubicBezTo>
                  <a:cubicBezTo>
                    <a:pt x="851" y="183"/>
                    <a:pt x="669" y="1"/>
                    <a:pt x="426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69"/>
            <p:cNvSpPr/>
            <p:nvPr/>
          </p:nvSpPr>
          <p:spPr>
            <a:xfrm>
              <a:off x="5071263" y="1674313"/>
              <a:ext cx="18254" cy="17611"/>
            </a:xfrm>
            <a:custGeom>
              <a:avLst/>
              <a:gdLst/>
              <a:ahLst/>
              <a:cxnLst/>
              <a:rect l="l" t="t" r="r" b="b"/>
              <a:pathLst>
                <a:path w="852" h="822" extrusionOk="0">
                  <a:moveTo>
                    <a:pt x="426" y="1"/>
                  </a:moveTo>
                  <a:cubicBezTo>
                    <a:pt x="183" y="1"/>
                    <a:pt x="1" y="183"/>
                    <a:pt x="1" y="427"/>
                  </a:cubicBezTo>
                  <a:cubicBezTo>
                    <a:pt x="1" y="639"/>
                    <a:pt x="183" y="822"/>
                    <a:pt x="426" y="822"/>
                  </a:cubicBezTo>
                  <a:cubicBezTo>
                    <a:pt x="639" y="822"/>
                    <a:pt x="852" y="639"/>
                    <a:pt x="852" y="427"/>
                  </a:cubicBezTo>
                  <a:cubicBezTo>
                    <a:pt x="852" y="183"/>
                    <a:pt x="639" y="1"/>
                    <a:pt x="426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69"/>
            <p:cNvSpPr/>
            <p:nvPr/>
          </p:nvSpPr>
          <p:spPr>
            <a:xfrm>
              <a:off x="5116192" y="1674313"/>
              <a:ext cx="17611" cy="17611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27" y="1"/>
                  </a:moveTo>
                  <a:cubicBezTo>
                    <a:pt x="183" y="1"/>
                    <a:pt x="1" y="183"/>
                    <a:pt x="1" y="427"/>
                  </a:cubicBezTo>
                  <a:cubicBezTo>
                    <a:pt x="1" y="639"/>
                    <a:pt x="183" y="822"/>
                    <a:pt x="427" y="822"/>
                  </a:cubicBezTo>
                  <a:cubicBezTo>
                    <a:pt x="639" y="822"/>
                    <a:pt x="822" y="639"/>
                    <a:pt x="822" y="427"/>
                  </a:cubicBezTo>
                  <a:cubicBezTo>
                    <a:pt x="822" y="183"/>
                    <a:pt x="639" y="1"/>
                    <a:pt x="427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69"/>
            <p:cNvSpPr/>
            <p:nvPr/>
          </p:nvSpPr>
          <p:spPr>
            <a:xfrm>
              <a:off x="5053706" y="1787625"/>
              <a:ext cx="3014540" cy="1892492"/>
            </a:xfrm>
            <a:custGeom>
              <a:avLst/>
              <a:gdLst/>
              <a:ahLst/>
              <a:cxnLst/>
              <a:rect l="l" t="t" r="r" b="b"/>
              <a:pathLst>
                <a:path w="140702" h="88331" extrusionOk="0">
                  <a:moveTo>
                    <a:pt x="0" y="1"/>
                  </a:moveTo>
                  <a:lnTo>
                    <a:pt x="0" y="88330"/>
                  </a:lnTo>
                  <a:lnTo>
                    <a:pt x="140702" y="88330"/>
                  </a:lnTo>
                  <a:lnTo>
                    <a:pt x="14070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0" name="Google Shape;1220;p69"/>
            <p:cNvGrpSpPr/>
            <p:nvPr/>
          </p:nvGrpSpPr>
          <p:grpSpPr>
            <a:xfrm>
              <a:off x="6414630" y="3150775"/>
              <a:ext cx="707500" cy="356921"/>
              <a:chOff x="2317875" y="3150775"/>
              <a:chExt cx="707500" cy="356921"/>
            </a:xfrm>
          </p:grpSpPr>
          <p:sp>
            <p:nvSpPr>
              <p:cNvPr id="1221" name="Google Shape;1221;p69"/>
              <p:cNvSpPr/>
              <p:nvPr/>
            </p:nvSpPr>
            <p:spPr>
              <a:xfrm>
                <a:off x="2317875" y="3150775"/>
                <a:ext cx="707500" cy="356921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22" name="Google Shape;1222;p69"/>
              <p:cNvGrpSpPr/>
              <p:nvPr/>
            </p:nvGrpSpPr>
            <p:grpSpPr>
              <a:xfrm>
                <a:off x="2415693" y="3236562"/>
                <a:ext cx="471900" cy="95000"/>
                <a:chOff x="5088750" y="3020450"/>
                <a:chExt cx="471900" cy="95000"/>
              </a:xfrm>
            </p:grpSpPr>
            <p:sp>
              <p:nvSpPr>
                <p:cNvPr id="1223" name="Google Shape;1223;p69"/>
                <p:cNvSpPr/>
                <p:nvPr/>
              </p:nvSpPr>
              <p:spPr>
                <a:xfrm>
                  <a:off x="5088750" y="3020450"/>
                  <a:ext cx="95000" cy="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" h="3800" extrusionOk="0">
                      <a:moveTo>
                        <a:pt x="1885" y="0"/>
                      </a:moveTo>
                      <a:cubicBezTo>
                        <a:pt x="821" y="0"/>
                        <a:pt x="0" y="821"/>
                        <a:pt x="0" y="1885"/>
                      </a:cubicBezTo>
                      <a:cubicBezTo>
                        <a:pt x="0" y="2949"/>
                        <a:pt x="821" y="3800"/>
                        <a:pt x="1885" y="3800"/>
                      </a:cubicBezTo>
                      <a:cubicBezTo>
                        <a:pt x="2948" y="3800"/>
                        <a:pt x="3800" y="2949"/>
                        <a:pt x="3800" y="1885"/>
                      </a:cubicBezTo>
                      <a:cubicBezTo>
                        <a:pt x="3800" y="821"/>
                        <a:pt x="2918" y="0"/>
                        <a:pt x="188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4" name="Google Shape;1224;p69"/>
                <p:cNvSpPr/>
                <p:nvPr/>
              </p:nvSpPr>
              <p:spPr>
                <a:xfrm>
                  <a:off x="5225525" y="3031850"/>
                  <a:ext cx="335125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5" h="913" extrusionOk="0">
                      <a:moveTo>
                        <a:pt x="426" y="0"/>
                      </a:moveTo>
                      <a:cubicBezTo>
                        <a:pt x="183" y="0"/>
                        <a:pt x="0" y="183"/>
                        <a:pt x="0" y="426"/>
                      </a:cubicBezTo>
                      <a:lnTo>
                        <a:pt x="0" y="487"/>
                      </a:lnTo>
                      <a:cubicBezTo>
                        <a:pt x="0" y="730"/>
                        <a:pt x="183" y="912"/>
                        <a:pt x="426" y="912"/>
                      </a:cubicBezTo>
                      <a:lnTo>
                        <a:pt x="12979" y="912"/>
                      </a:lnTo>
                      <a:cubicBezTo>
                        <a:pt x="13222" y="912"/>
                        <a:pt x="13405" y="730"/>
                        <a:pt x="13405" y="487"/>
                      </a:cubicBezTo>
                      <a:lnTo>
                        <a:pt x="13405" y="426"/>
                      </a:lnTo>
                      <a:cubicBezTo>
                        <a:pt x="13405" y="183"/>
                        <a:pt x="13222" y="0"/>
                        <a:pt x="129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5" name="Google Shape;1225;p69"/>
                <p:cNvSpPr/>
                <p:nvPr/>
              </p:nvSpPr>
              <p:spPr>
                <a:xfrm>
                  <a:off x="5225525" y="3086550"/>
                  <a:ext cx="186950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8" h="913" extrusionOk="0">
                      <a:moveTo>
                        <a:pt x="426" y="1"/>
                      </a:moveTo>
                      <a:cubicBezTo>
                        <a:pt x="183" y="1"/>
                        <a:pt x="0" y="183"/>
                        <a:pt x="0" y="426"/>
                      </a:cubicBezTo>
                      <a:lnTo>
                        <a:pt x="0" y="517"/>
                      </a:lnTo>
                      <a:cubicBezTo>
                        <a:pt x="0" y="730"/>
                        <a:pt x="183" y="913"/>
                        <a:pt x="426" y="913"/>
                      </a:cubicBezTo>
                      <a:lnTo>
                        <a:pt x="7052" y="913"/>
                      </a:lnTo>
                      <a:cubicBezTo>
                        <a:pt x="7295" y="913"/>
                        <a:pt x="7478" y="730"/>
                        <a:pt x="7478" y="517"/>
                      </a:cubicBezTo>
                      <a:lnTo>
                        <a:pt x="7478" y="426"/>
                      </a:lnTo>
                      <a:cubicBezTo>
                        <a:pt x="7478" y="183"/>
                        <a:pt x="7295" y="1"/>
                        <a:pt x="70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6" name="Google Shape;1226;p69"/>
                <p:cNvSpPr/>
                <p:nvPr/>
              </p:nvSpPr>
              <p:spPr>
                <a:xfrm>
                  <a:off x="5434500" y="3086550"/>
                  <a:ext cx="53975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" h="913" extrusionOk="0">
                      <a:moveTo>
                        <a:pt x="456" y="1"/>
                      </a:moveTo>
                      <a:cubicBezTo>
                        <a:pt x="183" y="1"/>
                        <a:pt x="0" y="244"/>
                        <a:pt x="0" y="457"/>
                      </a:cubicBezTo>
                      <a:cubicBezTo>
                        <a:pt x="0" y="730"/>
                        <a:pt x="213" y="913"/>
                        <a:pt x="456" y="913"/>
                      </a:cubicBezTo>
                      <a:lnTo>
                        <a:pt x="1702" y="913"/>
                      </a:lnTo>
                      <a:cubicBezTo>
                        <a:pt x="1945" y="913"/>
                        <a:pt x="2128" y="730"/>
                        <a:pt x="2158" y="457"/>
                      </a:cubicBezTo>
                      <a:cubicBezTo>
                        <a:pt x="2158" y="214"/>
                        <a:pt x="1945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27" name="Google Shape;1227;p69"/>
            <p:cNvGrpSpPr/>
            <p:nvPr/>
          </p:nvGrpSpPr>
          <p:grpSpPr>
            <a:xfrm>
              <a:off x="7199580" y="3150775"/>
              <a:ext cx="707500" cy="356921"/>
              <a:chOff x="3102825" y="3150775"/>
              <a:chExt cx="707500" cy="356921"/>
            </a:xfrm>
          </p:grpSpPr>
          <p:sp>
            <p:nvSpPr>
              <p:cNvPr id="1228" name="Google Shape;1228;p69"/>
              <p:cNvSpPr/>
              <p:nvPr/>
            </p:nvSpPr>
            <p:spPr>
              <a:xfrm>
                <a:off x="3102825" y="3150775"/>
                <a:ext cx="707500" cy="356921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69"/>
              <p:cNvSpPr/>
              <p:nvPr/>
            </p:nvSpPr>
            <p:spPr>
              <a:xfrm>
                <a:off x="3176913" y="3409013"/>
                <a:ext cx="266750" cy="40300"/>
              </a:xfrm>
              <a:custGeom>
                <a:avLst/>
                <a:gdLst/>
                <a:ahLst/>
                <a:cxnLst/>
                <a:rect l="l" t="t" r="r" b="b"/>
                <a:pathLst>
                  <a:path w="10670" h="1612" extrusionOk="0">
                    <a:moveTo>
                      <a:pt x="791" y="1"/>
                    </a:moveTo>
                    <a:cubicBezTo>
                      <a:pt x="335" y="1"/>
                      <a:pt x="1" y="396"/>
                      <a:pt x="1" y="822"/>
                    </a:cubicBezTo>
                    <a:cubicBezTo>
                      <a:pt x="1" y="1278"/>
                      <a:pt x="366" y="1612"/>
                      <a:pt x="791" y="1612"/>
                    </a:cubicBezTo>
                    <a:lnTo>
                      <a:pt x="9880" y="1612"/>
                    </a:lnTo>
                    <a:cubicBezTo>
                      <a:pt x="10305" y="1612"/>
                      <a:pt x="10670" y="1247"/>
                      <a:pt x="10670" y="822"/>
                    </a:cubicBezTo>
                    <a:cubicBezTo>
                      <a:pt x="10670" y="366"/>
                      <a:pt x="10305" y="1"/>
                      <a:pt x="98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69"/>
              <p:cNvSpPr/>
              <p:nvPr/>
            </p:nvSpPr>
            <p:spPr>
              <a:xfrm>
                <a:off x="3176163" y="3209163"/>
                <a:ext cx="5608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2433" h="1582" extrusionOk="0">
                    <a:moveTo>
                      <a:pt x="791" y="1"/>
                    </a:moveTo>
                    <a:cubicBezTo>
                      <a:pt x="335" y="1"/>
                      <a:pt x="1" y="366"/>
                      <a:pt x="1" y="791"/>
                    </a:cubicBezTo>
                    <a:cubicBezTo>
                      <a:pt x="1" y="1247"/>
                      <a:pt x="365" y="1581"/>
                      <a:pt x="791" y="1581"/>
                    </a:cubicBezTo>
                    <a:lnTo>
                      <a:pt x="21642" y="1581"/>
                    </a:lnTo>
                    <a:cubicBezTo>
                      <a:pt x="22098" y="1581"/>
                      <a:pt x="22433" y="1247"/>
                      <a:pt x="22433" y="791"/>
                    </a:cubicBezTo>
                    <a:cubicBezTo>
                      <a:pt x="22433" y="335"/>
                      <a:pt x="22068" y="1"/>
                      <a:pt x="216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69"/>
              <p:cNvSpPr/>
              <p:nvPr/>
            </p:nvSpPr>
            <p:spPr>
              <a:xfrm>
                <a:off x="3176163" y="3308713"/>
                <a:ext cx="560825" cy="40300"/>
              </a:xfrm>
              <a:custGeom>
                <a:avLst/>
                <a:gdLst/>
                <a:ahLst/>
                <a:cxnLst/>
                <a:rect l="l" t="t" r="r" b="b"/>
                <a:pathLst>
                  <a:path w="22433" h="1612" extrusionOk="0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cubicBezTo>
                      <a:pt x="1" y="1247"/>
                      <a:pt x="365" y="1612"/>
                      <a:pt x="791" y="1612"/>
                    </a:cubicBezTo>
                    <a:lnTo>
                      <a:pt x="21642" y="1612"/>
                    </a:lnTo>
                    <a:cubicBezTo>
                      <a:pt x="22098" y="1612"/>
                      <a:pt x="22433" y="1247"/>
                      <a:pt x="22433" y="791"/>
                    </a:cubicBezTo>
                    <a:cubicBezTo>
                      <a:pt x="22433" y="335"/>
                      <a:pt x="22068" y="1"/>
                      <a:pt x="216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2" name="Google Shape;1232;p69"/>
            <p:cNvGrpSpPr/>
            <p:nvPr/>
          </p:nvGrpSpPr>
          <p:grpSpPr>
            <a:xfrm>
              <a:off x="6414640" y="2097213"/>
              <a:ext cx="1514782" cy="1006855"/>
              <a:chOff x="4981963" y="3755000"/>
              <a:chExt cx="1001575" cy="735575"/>
            </a:xfrm>
          </p:grpSpPr>
          <p:sp>
            <p:nvSpPr>
              <p:cNvPr id="1233" name="Google Shape;1233;p69"/>
              <p:cNvSpPr/>
              <p:nvPr/>
            </p:nvSpPr>
            <p:spPr>
              <a:xfrm>
                <a:off x="4981963" y="3755000"/>
                <a:ext cx="10015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40063" h="29423" extrusionOk="0">
                    <a:moveTo>
                      <a:pt x="1916" y="0"/>
                    </a:moveTo>
                    <a:cubicBezTo>
                      <a:pt x="852" y="0"/>
                      <a:pt x="1" y="882"/>
                      <a:pt x="1" y="1945"/>
                    </a:cubicBezTo>
                    <a:lnTo>
                      <a:pt x="1" y="27478"/>
                    </a:lnTo>
                    <a:cubicBezTo>
                      <a:pt x="1" y="28541"/>
                      <a:pt x="852" y="29423"/>
                      <a:pt x="1916" y="29423"/>
                    </a:cubicBezTo>
                    <a:lnTo>
                      <a:pt x="38148" y="29423"/>
                    </a:lnTo>
                    <a:cubicBezTo>
                      <a:pt x="39211" y="29423"/>
                      <a:pt x="40063" y="28541"/>
                      <a:pt x="40063" y="27478"/>
                    </a:cubicBezTo>
                    <a:lnTo>
                      <a:pt x="40063" y="1976"/>
                    </a:lnTo>
                    <a:cubicBezTo>
                      <a:pt x="40063" y="882"/>
                      <a:pt x="39211" y="0"/>
                      <a:pt x="381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7620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69"/>
              <p:cNvSpPr/>
              <p:nvPr/>
            </p:nvSpPr>
            <p:spPr>
              <a:xfrm>
                <a:off x="5092913" y="4207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69"/>
              <p:cNvSpPr/>
              <p:nvPr/>
            </p:nvSpPr>
            <p:spPr>
              <a:xfrm>
                <a:off x="5092913" y="4286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69"/>
              <p:cNvSpPr/>
              <p:nvPr/>
            </p:nvSpPr>
            <p:spPr>
              <a:xfrm>
                <a:off x="5092913" y="4365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7" name="Google Shape;1237;p69"/>
            <p:cNvSpPr/>
            <p:nvPr/>
          </p:nvSpPr>
          <p:spPr>
            <a:xfrm>
              <a:off x="5246855" y="2672675"/>
              <a:ext cx="1076178" cy="835033"/>
            </a:xfrm>
            <a:custGeom>
              <a:avLst/>
              <a:gdLst/>
              <a:ahLst/>
              <a:cxnLst/>
              <a:rect l="l" t="t" r="r" b="b"/>
              <a:pathLst>
                <a:path w="28300" h="28299" extrusionOk="0">
                  <a:moveTo>
                    <a:pt x="25260" y="28298"/>
                  </a:moveTo>
                  <a:lnTo>
                    <a:pt x="3040" y="28298"/>
                  </a:lnTo>
                  <a:cubicBezTo>
                    <a:pt x="1369" y="28298"/>
                    <a:pt x="1" y="26931"/>
                    <a:pt x="1" y="25259"/>
                  </a:cubicBezTo>
                  <a:lnTo>
                    <a:pt x="1" y="3040"/>
                  </a:lnTo>
                  <a:cubicBezTo>
                    <a:pt x="1" y="1368"/>
                    <a:pt x="1369" y="0"/>
                    <a:pt x="3040" y="0"/>
                  </a:cubicBezTo>
                  <a:lnTo>
                    <a:pt x="25260" y="0"/>
                  </a:lnTo>
                  <a:cubicBezTo>
                    <a:pt x="26931" y="0"/>
                    <a:pt x="28299" y="1368"/>
                    <a:pt x="28299" y="3040"/>
                  </a:cubicBezTo>
                  <a:lnTo>
                    <a:pt x="28299" y="25259"/>
                  </a:lnTo>
                  <a:cubicBezTo>
                    <a:pt x="28299" y="26931"/>
                    <a:pt x="26931" y="28298"/>
                    <a:pt x="25260" y="28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71438" dist="47625" dir="5400000" algn="bl" rotWithShape="0">
                <a:schemeClr val="dk1">
                  <a:alpha val="18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8" name="Google Shape;1238;p69"/>
            <p:cNvGrpSpPr/>
            <p:nvPr/>
          </p:nvGrpSpPr>
          <p:grpSpPr>
            <a:xfrm>
              <a:off x="5999093" y="1884550"/>
              <a:ext cx="707500" cy="707475"/>
              <a:chOff x="5921438" y="1923500"/>
              <a:chExt cx="707500" cy="707475"/>
            </a:xfrm>
          </p:grpSpPr>
          <p:sp>
            <p:nvSpPr>
              <p:cNvPr id="1239" name="Google Shape;1239;p69"/>
              <p:cNvSpPr/>
              <p:nvPr/>
            </p:nvSpPr>
            <p:spPr>
              <a:xfrm>
                <a:off x="5921438" y="1923500"/>
                <a:ext cx="707500" cy="707475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69"/>
              <p:cNvSpPr/>
              <p:nvPr/>
            </p:nvSpPr>
            <p:spPr>
              <a:xfrm>
                <a:off x="6070750" y="2199097"/>
                <a:ext cx="404418" cy="244866"/>
              </a:xfrm>
              <a:custGeom>
                <a:avLst/>
                <a:gdLst/>
                <a:ahLst/>
                <a:cxnLst/>
                <a:rect l="l" t="t" r="r" b="b"/>
                <a:pathLst>
                  <a:path w="18876" h="11429" extrusionOk="0">
                    <a:moveTo>
                      <a:pt x="11976" y="0"/>
                    </a:moveTo>
                    <a:lnTo>
                      <a:pt x="8085" y="6262"/>
                    </a:lnTo>
                    <a:lnTo>
                      <a:pt x="5654" y="2249"/>
                    </a:lnTo>
                    <a:lnTo>
                      <a:pt x="0" y="11429"/>
                    </a:lnTo>
                    <a:lnTo>
                      <a:pt x="18876" y="11429"/>
                    </a:lnTo>
                    <a:lnTo>
                      <a:pt x="1197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69"/>
              <p:cNvSpPr/>
              <p:nvPr/>
            </p:nvSpPr>
            <p:spPr>
              <a:xfrm>
                <a:off x="6146294" y="2120938"/>
                <a:ext cx="89878" cy="89899"/>
              </a:xfrm>
              <a:custGeom>
                <a:avLst/>
                <a:gdLst/>
                <a:ahLst/>
                <a:cxnLst/>
                <a:rect l="l" t="t" r="r" b="b"/>
                <a:pathLst>
                  <a:path w="4195" h="4196" extrusionOk="0">
                    <a:moveTo>
                      <a:pt x="2097" y="1"/>
                    </a:moveTo>
                    <a:cubicBezTo>
                      <a:pt x="942" y="1"/>
                      <a:pt x="0" y="943"/>
                      <a:pt x="0" y="2098"/>
                    </a:cubicBezTo>
                    <a:cubicBezTo>
                      <a:pt x="0" y="3223"/>
                      <a:pt x="942" y="4195"/>
                      <a:pt x="2097" y="4195"/>
                    </a:cubicBezTo>
                    <a:cubicBezTo>
                      <a:pt x="3222" y="4195"/>
                      <a:pt x="4195" y="3223"/>
                      <a:pt x="4195" y="2098"/>
                    </a:cubicBezTo>
                    <a:cubicBezTo>
                      <a:pt x="4195" y="943"/>
                      <a:pt x="3222" y="1"/>
                      <a:pt x="2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2" name="Google Shape;1242;p69"/>
            <p:cNvSpPr/>
            <p:nvPr/>
          </p:nvSpPr>
          <p:spPr>
            <a:xfrm>
              <a:off x="7230732" y="2571057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E5D7FF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3" name="Google Shape;1243;p69"/>
            <p:cNvGrpSpPr/>
            <p:nvPr/>
          </p:nvGrpSpPr>
          <p:grpSpPr>
            <a:xfrm>
              <a:off x="6917447" y="2127681"/>
              <a:ext cx="560809" cy="513696"/>
              <a:chOff x="2820743" y="2218101"/>
              <a:chExt cx="814064" cy="745676"/>
            </a:xfrm>
          </p:grpSpPr>
          <p:sp>
            <p:nvSpPr>
              <p:cNvPr id="1244" name="Google Shape;1244;p69"/>
              <p:cNvSpPr/>
              <p:nvPr/>
            </p:nvSpPr>
            <p:spPr>
              <a:xfrm>
                <a:off x="3133976" y="2218101"/>
                <a:ext cx="500831" cy="707903"/>
              </a:xfrm>
              <a:custGeom>
                <a:avLst/>
                <a:gdLst/>
                <a:ahLst/>
                <a:cxnLst/>
                <a:rect l="l" t="t" r="r" b="b"/>
                <a:pathLst>
                  <a:path w="23376" h="33041" extrusionOk="0">
                    <a:moveTo>
                      <a:pt x="16263" y="0"/>
                    </a:moveTo>
                    <a:lnTo>
                      <a:pt x="1" y="16475"/>
                    </a:lnTo>
                    <a:lnTo>
                      <a:pt x="16779" y="33040"/>
                    </a:lnTo>
                    <a:cubicBezTo>
                      <a:pt x="20852" y="28815"/>
                      <a:pt x="23375" y="23101"/>
                      <a:pt x="23375" y="16779"/>
                    </a:cubicBezTo>
                    <a:cubicBezTo>
                      <a:pt x="23375" y="10213"/>
                      <a:pt x="20640" y="4256"/>
                      <a:pt x="162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69"/>
              <p:cNvSpPr/>
              <p:nvPr/>
            </p:nvSpPr>
            <p:spPr>
              <a:xfrm>
                <a:off x="3133976" y="2263030"/>
                <a:ext cx="217528" cy="308049"/>
              </a:xfrm>
              <a:custGeom>
                <a:avLst/>
                <a:gdLst/>
                <a:ahLst/>
                <a:cxnLst/>
                <a:rect l="l" t="t" r="r" b="b"/>
                <a:pathLst>
                  <a:path w="10153" h="14378" extrusionOk="0">
                    <a:moveTo>
                      <a:pt x="1" y="1"/>
                    </a:moveTo>
                    <a:lnTo>
                      <a:pt x="1" y="14378"/>
                    </a:lnTo>
                    <a:lnTo>
                      <a:pt x="10153" y="4134"/>
                    </a:lnTo>
                    <a:cubicBezTo>
                      <a:pt x="7539" y="1551"/>
                      <a:pt x="3952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69"/>
              <p:cNvSpPr/>
              <p:nvPr/>
            </p:nvSpPr>
            <p:spPr>
              <a:xfrm>
                <a:off x="3133976" y="2571057"/>
                <a:ext cx="278761" cy="392720"/>
              </a:xfrm>
              <a:custGeom>
                <a:avLst/>
                <a:gdLst/>
                <a:ahLst/>
                <a:cxnLst/>
                <a:rect l="l" t="t" r="r" b="b"/>
                <a:pathLst>
                  <a:path w="13011" h="18330" extrusionOk="0">
                    <a:moveTo>
                      <a:pt x="1" y="1"/>
                    </a:moveTo>
                    <a:lnTo>
                      <a:pt x="1" y="18329"/>
                    </a:lnTo>
                    <a:cubicBezTo>
                      <a:pt x="5107" y="18329"/>
                      <a:pt x="9697" y="16232"/>
                      <a:pt x="13010" y="1282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69"/>
              <p:cNvSpPr/>
              <p:nvPr/>
            </p:nvSpPr>
            <p:spPr>
              <a:xfrm>
                <a:off x="2820743" y="2351601"/>
                <a:ext cx="311969" cy="440905"/>
              </a:xfrm>
              <a:custGeom>
                <a:avLst/>
                <a:gdLst/>
                <a:ahLst/>
                <a:cxnLst/>
                <a:rect l="l" t="t" r="r" b="b"/>
                <a:pathLst>
                  <a:path w="14561" h="20579" extrusionOk="0">
                    <a:moveTo>
                      <a:pt x="4438" y="0"/>
                    </a:moveTo>
                    <a:cubicBezTo>
                      <a:pt x="1703" y="2645"/>
                      <a:pt x="1" y="6353"/>
                      <a:pt x="1" y="10456"/>
                    </a:cubicBezTo>
                    <a:cubicBezTo>
                      <a:pt x="1" y="14408"/>
                      <a:pt x="1551" y="17964"/>
                      <a:pt x="4104" y="20578"/>
                    </a:cubicBezTo>
                    <a:lnTo>
                      <a:pt x="14560" y="10244"/>
                    </a:lnTo>
                    <a:lnTo>
                      <a:pt x="4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69"/>
              <p:cNvSpPr/>
              <p:nvPr/>
            </p:nvSpPr>
            <p:spPr>
              <a:xfrm>
                <a:off x="2917134" y="2263030"/>
                <a:ext cx="216864" cy="308049"/>
              </a:xfrm>
              <a:custGeom>
                <a:avLst/>
                <a:gdLst/>
                <a:ahLst/>
                <a:cxnLst/>
                <a:rect l="l" t="t" r="r" b="b"/>
                <a:pathLst>
                  <a:path w="10122" h="14378" extrusionOk="0">
                    <a:moveTo>
                      <a:pt x="10122" y="1"/>
                    </a:moveTo>
                    <a:cubicBezTo>
                      <a:pt x="6170" y="1"/>
                      <a:pt x="2614" y="1551"/>
                      <a:pt x="0" y="4104"/>
                    </a:cubicBezTo>
                    <a:lnTo>
                      <a:pt x="10122" y="14378"/>
                    </a:lnTo>
                    <a:lnTo>
                      <a:pt x="101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69"/>
              <p:cNvSpPr/>
              <p:nvPr/>
            </p:nvSpPr>
            <p:spPr>
              <a:xfrm>
                <a:off x="2910621" y="2571057"/>
                <a:ext cx="223377" cy="317176"/>
              </a:xfrm>
              <a:custGeom>
                <a:avLst/>
                <a:gdLst/>
                <a:ahLst/>
                <a:cxnLst/>
                <a:rect l="l" t="t" r="r" b="b"/>
                <a:pathLst>
                  <a:path w="10426" h="14804" extrusionOk="0">
                    <a:moveTo>
                      <a:pt x="10426" y="1"/>
                    </a:moveTo>
                    <a:lnTo>
                      <a:pt x="0" y="10335"/>
                    </a:lnTo>
                    <a:cubicBezTo>
                      <a:pt x="2645" y="13071"/>
                      <a:pt x="6322" y="14803"/>
                      <a:pt x="10426" y="14803"/>
                    </a:cubicBezTo>
                    <a:lnTo>
                      <a:pt x="10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0" name="Google Shape;1250;p69"/>
            <p:cNvGrpSpPr/>
            <p:nvPr/>
          </p:nvGrpSpPr>
          <p:grpSpPr>
            <a:xfrm>
              <a:off x="6693855" y="1446700"/>
              <a:ext cx="1718949" cy="389816"/>
              <a:chOff x="6153850" y="1669725"/>
              <a:chExt cx="1718949" cy="389816"/>
            </a:xfrm>
          </p:grpSpPr>
          <p:sp>
            <p:nvSpPr>
              <p:cNvPr id="1251" name="Google Shape;1251;p69"/>
              <p:cNvSpPr/>
              <p:nvPr/>
            </p:nvSpPr>
            <p:spPr>
              <a:xfrm>
                <a:off x="6156586" y="1672448"/>
                <a:ext cx="1714402" cy="373134"/>
              </a:xfrm>
              <a:custGeom>
                <a:avLst/>
                <a:gdLst/>
                <a:ahLst/>
                <a:cxnLst/>
                <a:rect l="l" t="t" r="r" b="b"/>
                <a:pathLst>
                  <a:path w="141045" h="30698" extrusionOk="0">
                    <a:moveTo>
                      <a:pt x="2924" y="0"/>
                    </a:moveTo>
                    <a:cubicBezTo>
                      <a:pt x="1386" y="0"/>
                      <a:pt x="0" y="1386"/>
                      <a:pt x="0" y="3093"/>
                    </a:cubicBezTo>
                    <a:lnTo>
                      <a:pt x="0" y="27603"/>
                    </a:lnTo>
                    <a:cubicBezTo>
                      <a:pt x="0" y="29311"/>
                      <a:pt x="1386" y="30697"/>
                      <a:pt x="3093" y="30697"/>
                    </a:cubicBezTo>
                    <a:lnTo>
                      <a:pt x="137951" y="30697"/>
                    </a:lnTo>
                    <a:cubicBezTo>
                      <a:pt x="139659" y="30697"/>
                      <a:pt x="141045" y="29311"/>
                      <a:pt x="141045" y="27603"/>
                    </a:cubicBezTo>
                    <a:lnTo>
                      <a:pt x="141045" y="3093"/>
                    </a:lnTo>
                    <a:cubicBezTo>
                      <a:pt x="141045" y="1386"/>
                      <a:pt x="139659" y="0"/>
                      <a:pt x="137782" y="0"/>
                    </a:cubicBezTo>
                    <a:close/>
                  </a:path>
                </a:pathLst>
              </a:custGeom>
              <a:solidFill>
                <a:srgbClr val="A97FFF"/>
              </a:soli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69"/>
              <p:cNvSpPr/>
              <p:nvPr/>
            </p:nvSpPr>
            <p:spPr>
              <a:xfrm>
                <a:off x="6153850" y="1669725"/>
                <a:ext cx="1718949" cy="389816"/>
              </a:xfrm>
              <a:custGeom>
                <a:avLst/>
                <a:gdLst/>
                <a:ahLst/>
                <a:cxnLst/>
                <a:rect l="l" t="t" r="r" b="b"/>
                <a:pathLst>
                  <a:path w="140437" h="30090" extrusionOk="0">
                    <a:moveTo>
                      <a:pt x="2789" y="0"/>
                    </a:moveTo>
                    <a:cubicBezTo>
                      <a:pt x="1251" y="0"/>
                      <a:pt x="1" y="1251"/>
                      <a:pt x="1" y="2789"/>
                    </a:cubicBezTo>
                    <a:lnTo>
                      <a:pt x="1" y="27299"/>
                    </a:lnTo>
                    <a:cubicBezTo>
                      <a:pt x="1" y="28838"/>
                      <a:pt x="1251" y="30089"/>
                      <a:pt x="2789" y="30089"/>
                    </a:cubicBezTo>
                    <a:lnTo>
                      <a:pt x="137647" y="30089"/>
                    </a:lnTo>
                    <a:cubicBezTo>
                      <a:pt x="139186" y="30089"/>
                      <a:pt x="140437" y="28838"/>
                      <a:pt x="140437" y="27299"/>
                    </a:cubicBezTo>
                    <a:lnTo>
                      <a:pt x="140437" y="2789"/>
                    </a:lnTo>
                    <a:cubicBezTo>
                      <a:pt x="140437" y="1251"/>
                      <a:pt x="139186" y="0"/>
                      <a:pt x="1376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  <a:effectLst>
                <a:outerShdw blurRad="42863" dist="47625" dir="528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69"/>
              <p:cNvSpPr/>
              <p:nvPr/>
            </p:nvSpPr>
            <p:spPr>
              <a:xfrm>
                <a:off x="6246166" y="1742495"/>
                <a:ext cx="233011" cy="233011"/>
              </a:xfrm>
              <a:custGeom>
                <a:avLst/>
                <a:gdLst/>
                <a:ahLst/>
                <a:cxnLst/>
                <a:rect l="l" t="t" r="r" b="b"/>
                <a:pathLst>
                  <a:path w="19170" h="19170" extrusionOk="0">
                    <a:moveTo>
                      <a:pt x="9584" y="1"/>
                    </a:moveTo>
                    <a:cubicBezTo>
                      <a:pt x="4294" y="1"/>
                      <a:pt x="0" y="4294"/>
                      <a:pt x="0" y="9586"/>
                    </a:cubicBezTo>
                    <a:cubicBezTo>
                      <a:pt x="0" y="14876"/>
                      <a:pt x="4294" y="19170"/>
                      <a:pt x="9584" y="19170"/>
                    </a:cubicBezTo>
                    <a:cubicBezTo>
                      <a:pt x="14876" y="19170"/>
                      <a:pt x="19169" y="14876"/>
                      <a:pt x="19169" y="9586"/>
                    </a:cubicBezTo>
                    <a:cubicBezTo>
                      <a:pt x="19169" y="4294"/>
                      <a:pt x="14876" y="1"/>
                      <a:pt x="9584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BBF6F4"/>
                  </a:gs>
                  <a:gs pos="100000">
                    <a:srgbClr val="4EE0DB"/>
                  </a:gs>
                </a:gsLst>
                <a:lin ang="5400012" scaled="0"/>
              </a:gra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  <a:reflection stA="6000" endPos="25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69"/>
              <p:cNvSpPr/>
              <p:nvPr/>
            </p:nvSpPr>
            <p:spPr>
              <a:xfrm>
                <a:off x="6579205" y="1795915"/>
                <a:ext cx="674967" cy="37620"/>
              </a:xfrm>
              <a:custGeom>
                <a:avLst/>
                <a:gdLst/>
                <a:ahLst/>
                <a:cxnLst/>
                <a:rect l="l" t="t" r="r" b="b"/>
                <a:pathLst>
                  <a:path w="55530" h="3095" extrusionOk="0">
                    <a:moveTo>
                      <a:pt x="1556" y="1"/>
                    </a:moveTo>
                    <a:cubicBezTo>
                      <a:pt x="694" y="1"/>
                      <a:pt x="1" y="694"/>
                      <a:pt x="1" y="1540"/>
                    </a:cubicBezTo>
                    <a:cubicBezTo>
                      <a:pt x="1" y="2401"/>
                      <a:pt x="694" y="3095"/>
                      <a:pt x="1556" y="3095"/>
                    </a:cubicBezTo>
                    <a:lnTo>
                      <a:pt x="53975" y="3095"/>
                    </a:lnTo>
                    <a:cubicBezTo>
                      <a:pt x="54836" y="3095"/>
                      <a:pt x="55530" y="2401"/>
                      <a:pt x="55530" y="1540"/>
                    </a:cubicBezTo>
                    <a:cubicBezTo>
                      <a:pt x="55530" y="694"/>
                      <a:pt x="54836" y="1"/>
                      <a:pt x="53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  <a:reflection stA="6000" endPos="25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69"/>
              <p:cNvSpPr/>
              <p:nvPr/>
            </p:nvSpPr>
            <p:spPr>
              <a:xfrm>
                <a:off x="7302010" y="1795915"/>
                <a:ext cx="477315" cy="37620"/>
              </a:xfrm>
              <a:custGeom>
                <a:avLst/>
                <a:gdLst/>
                <a:ahLst/>
                <a:cxnLst/>
                <a:rect l="l" t="t" r="r" b="b"/>
                <a:pathLst>
                  <a:path w="39269" h="3095" extrusionOk="0">
                    <a:moveTo>
                      <a:pt x="1540" y="1"/>
                    </a:moveTo>
                    <a:cubicBezTo>
                      <a:pt x="695" y="1"/>
                      <a:pt x="1" y="694"/>
                      <a:pt x="1" y="1540"/>
                    </a:cubicBezTo>
                    <a:cubicBezTo>
                      <a:pt x="1" y="2401"/>
                      <a:pt x="695" y="3095"/>
                      <a:pt x="1540" y="3095"/>
                    </a:cubicBezTo>
                    <a:lnTo>
                      <a:pt x="37714" y="3095"/>
                    </a:lnTo>
                    <a:cubicBezTo>
                      <a:pt x="38575" y="3095"/>
                      <a:pt x="39269" y="2401"/>
                      <a:pt x="39269" y="1540"/>
                    </a:cubicBezTo>
                    <a:cubicBezTo>
                      <a:pt x="39269" y="694"/>
                      <a:pt x="38575" y="1"/>
                      <a:pt x="377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  <a:reflection stA="6000" endPos="25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69"/>
              <p:cNvSpPr/>
              <p:nvPr/>
            </p:nvSpPr>
            <p:spPr>
              <a:xfrm>
                <a:off x="6579205" y="1890844"/>
                <a:ext cx="265064" cy="37620"/>
              </a:xfrm>
              <a:custGeom>
                <a:avLst/>
                <a:gdLst/>
                <a:ahLst/>
                <a:cxnLst/>
                <a:rect l="l" t="t" r="r" b="b"/>
                <a:pathLst>
                  <a:path w="21807" h="3095" extrusionOk="0">
                    <a:moveTo>
                      <a:pt x="1556" y="0"/>
                    </a:moveTo>
                    <a:cubicBezTo>
                      <a:pt x="694" y="0"/>
                      <a:pt x="1" y="694"/>
                      <a:pt x="1" y="1539"/>
                    </a:cubicBezTo>
                    <a:cubicBezTo>
                      <a:pt x="1" y="2401"/>
                      <a:pt x="694" y="3094"/>
                      <a:pt x="1556" y="3094"/>
                    </a:cubicBezTo>
                    <a:lnTo>
                      <a:pt x="20269" y="3094"/>
                    </a:lnTo>
                    <a:cubicBezTo>
                      <a:pt x="21114" y="3094"/>
                      <a:pt x="21806" y="2401"/>
                      <a:pt x="21806" y="1539"/>
                    </a:cubicBezTo>
                    <a:cubicBezTo>
                      <a:pt x="21806" y="694"/>
                      <a:pt x="21114" y="0"/>
                      <a:pt x="202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  <a:reflection stA="6000" endPos="25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7" name="Google Shape;1257;p69"/>
            <p:cNvGrpSpPr/>
            <p:nvPr/>
          </p:nvGrpSpPr>
          <p:grpSpPr>
            <a:xfrm>
              <a:off x="5293648" y="1384678"/>
              <a:ext cx="459836" cy="389787"/>
              <a:chOff x="5215992" y="1423628"/>
              <a:chExt cx="459836" cy="389787"/>
            </a:xfrm>
          </p:grpSpPr>
          <p:sp>
            <p:nvSpPr>
              <p:cNvPr id="1258" name="Google Shape;1258;p69"/>
              <p:cNvSpPr/>
              <p:nvPr/>
            </p:nvSpPr>
            <p:spPr>
              <a:xfrm>
                <a:off x="5215992" y="1423628"/>
                <a:ext cx="459836" cy="389787"/>
              </a:xfrm>
              <a:custGeom>
                <a:avLst/>
                <a:gdLst/>
                <a:ahLst/>
                <a:cxnLst/>
                <a:rect l="l" t="t" r="r" b="b"/>
                <a:pathLst>
                  <a:path w="37831" h="32068" extrusionOk="0">
                    <a:moveTo>
                      <a:pt x="4445" y="0"/>
                    </a:moveTo>
                    <a:cubicBezTo>
                      <a:pt x="1995" y="0"/>
                      <a:pt x="0" y="1995"/>
                      <a:pt x="0" y="4446"/>
                    </a:cubicBezTo>
                    <a:lnTo>
                      <a:pt x="0" y="23868"/>
                    </a:lnTo>
                    <a:cubicBezTo>
                      <a:pt x="0" y="26320"/>
                      <a:pt x="1995" y="28314"/>
                      <a:pt x="4445" y="28314"/>
                    </a:cubicBezTo>
                    <a:lnTo>
                      <a:pt x="15162" y="28314"/>
                    </a:lnTo>
                    <a:lnTo>
                      <a:pt x="18915" y="32067"/>
                    </a:lnTo>
                    <a:lnTo>
                      <a:pt x="22667" y="28314"/>
                    </a:lnTo>
                    <a:lnTo>
                      <a:pt x="33384" y="28314"/>
                    </a:lnTo>
                    <a:cubicBezTo>
                      <a:pt x="35836" y="28314"/>
                      <a:pt x="37831" y="26320"/>
                      <a:pt x="37831" y="23868"/>
                    </a:cubicBezTo>
                    <a:lnTo>
                      <a:pt x="37831" y="4446"/>
                    </a:lnTo>
                    <a:cubicBezTo>
                      <a:pt x="37831" y="1995"/>
                      <a:pt x="35836" y="0"/>
                      <a:pt x="333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C809B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18000"/>
                  </a:srgb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69"/>
              <p:cNvSpPr/>
              <p:nvPr/>
            </p:nvSpPr>
            <p:spPr>
              <a:xfrm>
                <a:off x="5360634" y="1526348"/>
                <a:ext cx="170547" cy="138713"/>
              </a:xfrm>
              <a:custGeom>
                <a:avLst/>
                <a:gdLst/>
                <a:ahLst/>
                <a:cxnLst/>
                <a:rect l="l" t="t" r="r" b="b"/>
                <a:pathLst>
                  <a:path w="14031" h="11412" extrusionOk="0">
                    <a:moveTo>
                      <a:pt x="3685" y="1"/>
                    </a:moveTo>
                    <a:cubicBezTo>
                      <a:pt x="1657" y="1"/>
                      <a:pt x="0" y="1641"/>
                      <a:pt x="0" y="3686"/>
                    </a:cubicBezTo>
                    <a:cubicBezTo>
                      <a:pt x="0" y="4565"/>
                      <a:pt x="0" y="6881"/>
                      <a:pt x="5004" y="10109"/>
                    </a:cubicBezTo>
                    <a:lnTo>
                      <a:pt x="7015" y="11412"/>
                    </a:lnTo>
                    <a:lnTo>
                      <a:pt x="9027" y="10109"/>
                    </a:lnTo>
                    <a:cubicBezTo>
                      <a:pt x="14030" y="6881"/>
                      <a:pt x="14030" y="4565"/>
                      <a:pt x="14030" y="3686"/>
                    </a:cubicBezTo>
                    <a:cubicBezTo>
                      <a:pt x="14030" y="1641"/>
                      <a:pt x="12390" y="1"/>
                      <a:pt x="10345" y="1"/>
                    </a:cubicBezTo>
                    <a:cubicBezTo>
                      <a:pt x="8874" y="1"/>
                      <a:pt x="7623" y="846"/>
                      <a:pt x="7015" y="2081"/>
                    </a:cubicBezTo>
                    <a:cubicBezTo>
                      <a:pt x="6424" y="846"/>
                      <a:pt x="5155" y="1"/>
                      <a:pt x="368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25000"/>
                  </a:srgb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260;p69"/>
            <p:cNvGrpSpPr/>
            <p:nvPr/>
          </p:nvGrpSpPr>
          <p:grpSpPr>
            <a:xfrm>
              <a:off x="6134530" y="1282487"/>
              <a:ext cx="436632" cy="284986"/>
              <a:chOff x="4842900" y="2922987"/>
              <a:chExt cx="436632" cy="284986"/>
            </a:xfrm>
          </p:grpSpPr>
          <p:sp>
            <p:nvSpPr>
              <p:cNvPr id="1261" name="Google Shape;1261;p69"/>
              <p:cNvSpPr/>
              <p:nvPr/>
            </p:nvSpPr>
            <p:spPr>
              <a:xfrm>
                <a:off x="4842900" y="2922987"/>
                <a:ext cx="436632" cy="284986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23446" extrusionOk="0">
                    <a:moveTo>
                      <a:pt x="3448" y="1"/>
                    </a:moveTo>
                    <a:cubicBezTo>
                      <a:pt x="1555" y="1"/>
                      <a:pt x="0" y="1538"/>
                      <a:pt x="0" y="3432"/>
                    </a:cubicBezTo>
                    <a:lnTo>
                      <a:pt x="0" y="15552"/>
                    </a:lnTo>
                    <a:cubicBezTo>
                      <a:pt x="0" y="17446"/>
                      <a:pt x="1555" y="18983"/>
                      <a:pt x="3448" y="18983"/>
                    </a:cubicBezTo>
                    <a:lnTo>
                      <a:pt x="24950" y="18983"/>
                    </a:lnTo>
                    <a:lnTo>
                      <a:pt x="29074" y="23446"/>
                    </a:lnTo>
                    <a:lnTo>
                      <a:pt x="29074" y="18983"/>
                    </a:lnTo>
                    <a:lnTo>
                      <a:pt x="32473" y="18983"/>
                    </a:lnTo>
                    <a:cubicBezTo>
                      <a:pt x="34382" y="18983"/>
                      <a:pt x="35921" y="17446"/>
                      <a:pt x="35921" y="15552"/>
                    </a:cubicBezTo>
                    <a:lnTo>
                      <a:pt x="35921" y="3432"/>
                    </a:lnTo>
                    <a:cubicBezTo>
                      <a:pt x="35921" y="1538"/>
                      <a:pt x="34382" y="1"/>
                      <a:pt x="32473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18000"/>
                  </a:srgb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69"/>
              <p:cNvSpPr/>
              <p:nvPr/>
            </p:nvSpPr>
            <p:spPr>
              <a:xfrm>
                <a:off x="4917676" y="3006198"/>
                <a:ext cx="287065" cy="60824"/>
              </a:xfrm>
              <a:custGeom>
                <a:avLst/>
                <a:gdLst/>
                <a:ahLst/>
                <a:cxnLst/>
                <a:rect l="l" t="t" r="r" b="b"/>
                <a:pathLst>
                  <a:path w="23617" h="5004" extrusionOk="0">
                    <a:moveTo>
                      <a:pt x="2503" y="0"/>
                    </a:moveTo>
                    <a:cubicBezTo>
                      <a:pt x="1117" y="0"/>
                      <a:pt x="1" y="1116"/>
                      <a:pt x="1" y="2502"/>
                    </a:cubicBezTo>
                    <a:cubicBezTo>
                      <a:pt x="1" y="3888"/>
                      <a:pt x="1117" y="5004"/>
                      <a:pt x="2503" y="5004"/>
                    </a:cubicBezTo>
                    <a:cubicBezTo>
                      <a:pt x="3873" y="5004"/>
                      <a:pt x="4988" y="3888"/>
                      <a:pt x="4988" y="2502"/>
                    </a:cubicBezTo>
                    <a:cubicBezTo>
                      <a:pt x="4988" y="1116"/>
                      <a:pt x="3873" y="0"/>
                      <a:pt x="2503" y="0"/>
                    </a:cubicBezTo>
                    <a:close/>
                    <a:moveTo>
                      <a:pt x="11817" y="0"/>
                    </a:moveTo>
                    <a:cubicBezTo>
                      <a:pt x="10431" y="0"/>
                      <a:pt x="9316" y="1116"/>
                      <a:pt x="9316" y="2502"/>
                    </a:cubicBezTo>
                    <a:cubicBezTo>
                      <a:pt x="9316" y="3888"/>
                      <a:pt x="10431" y="5004"/>
                      <a:pt x="11817" y="5004"/>
                    </a:cubicBezTo>
                    <a:cubicBezTo>
                      <a:pt x="13186" y="5004"/>
                      <a:pt x="14301" y="3888"/>
                      <a:pt x="14301" y="2502"/>
                    </a:cubicBezTo>
                    <a:cubicBezTo>
                      <a:pt x="14301" y="1116"/>
                      <a:pt x="13186" y="0"/>
                      <a:pt x="11817" y="0"/>
                    </a:cubicBezTo>
                    <a:close/>
                    <a:moveTo>
                      <a:pt x="21131" y="0"/>
                    </a:moveTo>
                    <a:cubicBezTo>
                      <a:pt x="19744" y="0"/>
                      <a:pt x="18629" y="1116"/>
                      <a:pt x="18629" y="2502"/>
                    </a:cubicBezTo>
                    <a:cubicBezTo>
                      <a:pt x="18629" y="3888"/>
                      <a:pt x="19744" y="5004"/>
                      <a:pt x="21131" y="5004"/>
                    </a:cubicBezTo>
                    <a:cubicBezTo>
                      <a:pt x="22500" y="5004"/>
                      <a:pt x="23616" y="3888"/>
                      <a:pt x="23616" y="2502"/>
                    </a:cubicBezTo>
                    <a:cubicBezTo>
                      <a:pt x="23616" y="1116"/>
                      <a:pt x="22500" y="0"/>
                      <a:pt x="211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18000"/>
                  </a:srgb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3" name="Google Shape;1263;p69"/>
            <p:cNvGrpSpPr/>
            <p:nvPr/>
          </p:nvGrpSpPr>
          <p:grpSpPr>
            <a:xfrm>
              <a:off x="6571165" y="3364761"/>
              <a:ext cx="767400" cy="767700"/>
              <a:chOff x="3375684" y="2512136"/>
              <a:chExt cx="767400" cy="767700"/>
            </a:xfrm>
          </p:grpSpPr>
          <p:sp>
            <p:nvSpPr>
              <p:cNvPr id="1264" name="Google Shape;1264;p69"/>
              <p:cNvSpPr/>
              <p:nvPr/>
            </p:nvSpPr>
            <p:spPr>
              <a:xfrm>
                <a:off x="3375684" y="2512136"/>
                <a:ext cx="767400" cy="767700"/>
              </a:xfrm>
              <a:prstGeom prst="ellipse">
                <a:avLst/>
              </a:pr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65" name="Google Shape;1265;p69"/>
              <p:cNvGrpSpPr/>
              <p:nvPr/>
            </p:nvGrpSpPr>
            <p:grpSpPr>
              <a:xfrm>
                <a:off x="3531930" y="2668504"/>
                <a:ext cx="454894" cy="454955"/>
                <a:chOff x="7325238" y="1448084"/>
                <a:chExt cx="269999" cy="269987"/>
              </a:xfrm>
            </p:grpSpPr>
            <p:sp>
              <p:nvSpPr>
                <p:cNvPr id="1266" name="Google Shape;1266;p69"/>
                <p:cNvSpPr/>
                <p:nvPr/>
              </p:nvSpPr>
              <p:spPr>
                <a:xfrm>
                  <a:off x="7325238" y="1448084"/>
                  <a:ext cx="269999" cy="269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3" h="22212" extrusionOk="0">
                      <a:moveTo>
                        <a:pt x="11106" y="0"/>
                      </a:moveTo>
                      <a:cubicBezTo>
                        <a:pt x="4987" y="0"/>
                        <a:pt x="1" y="4986"/>
                        <a:pt x="1" y="11105"/>
                      </a:cubicBezTo>
                      <a:cubicBezTo>
                        <a:pt x="1" y="17242"/>
                        <a:pt x="4987" y="22212"/>
                        <a:pt x="11106" y="22212"/>
                      </a:cubicBezTo>
                      <a:cubicBezTo>
                        <a:pt x="17225" y="22212"/>
                        <a:pt x="22212" y="17242"/>
                        <a:pt x="22212" y="11105"/>
                      </a:cubicBezTo>
                      <a:cubicBezTo>
                        <a:pt x="22212" y="4986"/>
                        <a:pt x="17225" y="0"/>
                        <a:pt x="1110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7" name="Google Shape;1267;p69"/>
                <p:cNvSpPr/>
                <p:nvPr/>
              </p:nvSpPr>
              <p:spPr>
                <a:xfrm>
                  <a:off x="7412764" y="1486894"/>
                  <a:ext cx="97191" cy="9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6" h="7914" extrusionOk="0">
                      <a:moveTo>
                        <a:pt x="4011" y="1"/>
                      </a:moveTo>
                      <a:cubicBezTo>
                        <a:pt x="1859" y="1"/>
                        <a:pt x="84" y="1730"/>
                        <a:pt x="51" y="3889"/>
                      </a:cubicBezTo>
                      <a:cubicBezTo>
                        <a:pt x="1" y="6070"/>
                        <a:pt x="1741" y="7879"/>
                        <a:pt x="3922" y="7912"/>
                      </a:cubicBezTo>
                      <a:cubicBezTo>
                        <a:pt x="3954" y="7913"/>
                        <a:pt x="3986" y="7913"/>
                        <a:pt x="4017" y="7913"/>
                      </a:cubicBezTo>
                      <a:cubicBezTo>
                        <a:pt x="6171" y="7913"/>
                        <a:pt x="7912" y="6191"/>
                        <a:pt x="7962" y="4042"/>
                      </a:cubicBezTo>
                      <a:cubicBezTo>
                        <a:pt x="7995" y="1861"/>
                        <a:pt x="6255" y="53"/>
                        <a:pt x="4074" y="1"/>
                      </a:cubicBezTo>
                      <a:cubicBezTo>
                        <a:pt x="4053" y="1"/>
                        <a:pt x="4032" y="1"/>
                        <a:pt x="40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69"/>
                <p:cNvSpPr/>
                <p:nvPr/>
              </p:nvSpPr>
              <p:spPr>
                <a:xfrm>
                  <a:off x="7366528" y="1603992"/>
                  <a:ext cx="184732" cy="105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8" h="8694" extrusionOk="0">
                      <a:moveTo>
                        <a:pt x="7551" y="1"/>
                      </a:moveTo>
                      <a:cubicBezTo>
                        <a:pt x="4102" y="1"/>
                        <a:pt x="1150" y="2179"/>
                        <a:pt x="1" y="5243"/>
                      </a:cubicBezTo>
                      <a:cubicBezTo>
                        <a:pt x="1860" y="7305"/>
                        <a:pt x="4531" y="8641"/>
                        <a:pt x="7540" y="8691"/>
                      </a:cubicBezTo>
                      <a:cubicBezTo>
                        <a:pt x="7618" y="8693"/>
                        <a:pt x="7697" y="8694"/>
                        <a:pt x="7775" y="8694"/>
                      </a:cubicBezTo>
                      <a:cubicBezTo>
                        <a:pt x="10690" y="8694"/>
                        <a:pt x="13321" y="7473"/>
                        <a:pt x="15198" y="5531"/>
                      </a:cubicBezTo>
                      <a:cubicBezTo>
                        <a:pt x="14150" y="2369"/>
                        <a:pt x="11208" y="54"/>
                        <a:pt x="7709" y="3"/>
                      </a:cubicBezTo>
                      <a:cubicBezTo>
                        <a:pt x="7656" y="2"/>
                        <a:pt x="7603" y="1"/>
                        <a:pt x="755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69" name="Google Shape;1269;p69"/>
            <p:cNvGrpSpPr/>
            <p:nvPr/>
          </p:nvGrpSpPr>
          <p:grpSpPr>
            <a:xfrm>
              <a:off x="5236755" y="1884550"/>
              <a:ext cx="707500" cy="707475"/>
              <a:chOff x="5146250" y="3137125"/>
              <a:chExt cx="707500" cy="707475"/>
            </a:xfrm>
          </p:grpSpPr>
          <p:sp>
            <p:nvSpPr>
              <p:cNvPr id="1270" name="Google Shape;1270;p69"/>
              <p:cNvSpPr/>
              <p:nvPr/>
            </p:nvSpPr>
            <p:spPr>
              <a:xfrm>
                <a:off x="5146250" y="3137125"/>
                <a:ext cx="707500" cy="707475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3810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69"/>
              <p:cNvSpPr/>
              <p:nvPr/>
            </p:nvSpPr>
            <p:spPr>
              <a:xfrm>
                <a:off x="5241250" y="3704000"/>
                <a:ext cx="297150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11886" h="1916" extrusionOk="0">
                    <a:moveTo>
                      <a:pt x="10943" y="1915"/>
                    </a:moveTo>
                    <a:lnTo>
                      <a:pt x="943" y="1915"/>
                    </a:lnTo>
                    <a:cubicBezTo>
                      <a:pt x="426" y="1915"/>
                      <a:pt x="0" y="1490"/>
                      <a:pt x="0" y="942"/>
                    </a:cubicBezTo>
                    <a:lnTo>
                      <a:pt x="0" y="942"/>
                    </a:lnTo>
                    <a:cubicBezTo>
                      <a:pt x="0" y="426"/>
                      <a:pt x="426" y="0"/>
                      <a:pt x="943" y="0"/>
                    </a:cubicBezTo>
                    <a:lnTo>
                      <a:pt x="10943" y="0"/>
                    </a:lnTo>
                    <a:cubicBezTo>
                      <a:pt x="11459" y="0"/>
                      <a:pt x="11885" y="426"/>
                      <a:pt x="11885" y="942"/>
                    </a:cubicBezTo>
                    <a:lnTo>
                      <a:pt x="11885" y="942"/>
                    </a:lnTo>
                    <a:cubicBezTo>
                      <a:pt x="11885" y="1490"/>
                      <a:pt x="11459" y="1915"/>
                      <a:pt x="10943" y="1915"/>
                    </a:cubicBezTo>
                    <a:close/>
                  </a:path>
                </a:pathLst>
              </a:custGeom>
              <a:solidFill>
                <a:srgbClr val="DEDBF9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69"/>
              <p:cNvSpPr/>
              <p:nvPr/>
            </p:nvSpPr>
            <p:spPr>
              <a:xfrm>
                <a:off x="5241250" y="3704000"/>
                <a:ext cx="297150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11886" h="1916" fill="none" extrusionOk="0">
                    <a:moveTo>
                      <a:pt x="10943" y="1915"/>
                    </a:moveTo>
                    <a:lnTo>
                      <a:pt x="943" y="1915"/>
                    </a:lnTo>
                    <a:cubicBezTo>
                      <a:pt x="426" y="1915"/>
                      <a:pt x="0" y="1490"/>
                      <a:pt x="0" y="942"/>
                    </a:cubicBezTo>
                    <a:lnTo>
                      <a:pt x="0" y="942"/>
                    </a:lnTo>
                    <a:cubicBezTo>
                      <a:pt x="0" y="426"/>
                      <a:pt x="426" y="0"/>
                      <a:pt x="943" y="0"/>
                    </a:cubicBezTo>
                    <a:lnTo>
                      <a:pt x="10943" y="0"/>
                    </a:lnTo>
                    <a:cubicBezTo>
                      <a:pt x="11459" y="0"/>
                      <a:pt x="11885" y="426"/>
                      <a:pt x="11885" y="942"/>
                    </a:cubicBezTo>
                    <a:lnTo>
                      <a:pt x="11885" y="942"/>
                    </a:lnTo>
                    <a:cubicBezTo>
                      <a:pt x="11885" y="1490"/>
                      <a:pt x="11459" y="1915"/>
                      <a:pt x="10943" y="1915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E0DDFB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69"/>
              <p:cNvSpPr/>
              <p:nvPr/>
            </p:nvSpPr>
            <p:spPr>
              <a:xfrm>
                <a:off x="5582425" y="3704000"/>
                <a:ext cx="176325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7053" h="1916" extrusionOk="0">
                    <a:moveTo>
                      <a:pt x="6111" y="1915"/>
                    </a:moveTo>
                    <a:lnTo>
                      <a:pt x="943" y="1915"/>
                    </a:lnTo>
                    <a:cubicBezTo>
                      <a:pt x="396" y="1915"/>
                      <a:pt x="1" y="1490"/>
                      <a:pt x="1" y="942"/>
                    </a:cubicBezTo>
                    <a:lnTo>
                      <a:pt x="1" y="942"/>
                    </a:lnTo>
                    <a:cubicBezTo>
                      <a:pt x="1" y="426"/>
                      <a:pt x="396" y="0"/>
                      <a:pt x="943" y="0"/>
                    </a:cubicBezTo>
                    <a:lnTo>
                      <a:pt x="6111" y="0"/>
                    </a:lnTo>
                    <a:cubicBezTo>
                      <a:pt x="6627" y="0"/>
                      <a:pt x="7053" y="426"/>
                      <a:pt x="7053" y="942"/>
                    </a:cubicBezTo>
                    <a:lnTo>
                      <a:pt x="7053" y="942"/>
                    </a:lnTo>
                    <a:cubicBezTo>
                      <a:pt x="7053" y="1490"/>
                      <a:pt x="6627" y="1915"/>
                      <a:pt x="6111" y="1915"/>
                    </a:cubicBezTo>
                    <a:close/>
                  </a:path>
                </a:pathLst>
              </a:custGeom>
              <a:solidFill>
                <a:srgbClr val="DEDBF9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69"/>
              <p:cNvSpPr/>
              <p:nvPr/>
            </p:nvSpPr>
            <p:spPr>
              <a:xfrm>
                <a:off x="5582425" y="3704000"/>
                <a:ext cx="176325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7053" h="1916" fill="none" extrusionOk="0">
                    <a:moveTo>
                      <a:pt x="6111" y="1915"/>
                    </a:moveTo>
                    <a:lnTo>
                      <a:pt x="943" y="1915"/>
                    </a:lnTo>
                    <a:cubicBezTo>
                      <a:pt x="396" y="1915"/>
                      <a:pt x="1" y="1490"/>
                      <a:pt x="1" y="942"/>
                    </a:cubicBezTo>
                    <a:lnTo>
                      <a:pt x="1" y="942"/>
                    </a:lnTo>
                    <a:cubicBezTo>
                      <a:pt x="1" y="426"/>
                      <a:pt x="396" y="0"/>
                      <a:pt x="943" y="0"/>
                    </a:cubicBezTo>
                    <a:lnTo>
                      <a:pt x="6111" y="0"/>
                    </a:lnTo>
                    <a:cubicBezTo>
                      <a:pt x="6627" y="0"/>
                      <a:pt x="7053" y="426"/>
                      <a:pt x="7053" y="942"/>
                    </a:cubicBezTo>
                    <a:lnTo>
                      <a:pt x="7053" y="942"/>
                    </a:lnTo>
                    <a:cubicBezTo>
                      <a:pt x="7053" y="1490"/>
                      <a:pt x="6627" y="1915"/>
                      <a:pt x="6111" y="1915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E0DDFB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69"/>
              <p:cNvSpPr/>
              <p:nvPr/>
            </p:nvSpPr>
            <p:spPr>
              <a:xfrm>
                <a:off x="5241250" y="3232850"/>
                <a:ext cx="517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0700" h="11430" extrusionOk="0">
                    <a:moveTo>
                      <a:pt x="19180" y="11430"/>
                    </a:moveTo>
                    <a:lnTo>
                      <a:pt x="1520" y="11430"/>
                    </a:lnTo>
                    <a:cubicBezTo>
                      <a:pt x="669" y="11430"/>
                      <a:pt x="0" y="10761"/>
                      <a:pt x="0" y="9910"/>
                    </a:cubicBezTo>
                    <a:lnTo>
                      <a:pt x="0" y="1521"/>
                    </a:lnTo>
                    <a:cubicBezTo>
                      <a:pt x="0" y="670"/>
                      <a:pt x="669" y="1"/>
                      <a:pt x="1520" y="1"/>
                    </a:cubicBezTo>
                    <a:lnTo>
                      <a:pt x="19180" y="1"/>
                    </a:lnTo>
                    <a:cubicBezTo>
                      <a:pt x="20031" y="1"/>
                      <a:pt x="20700" y="670"/>
                      <a:pt x="20700" y="1521"/>
                    </a:cubicBezTo>
                    <a:lnTo>
                      <a:pt x="20700" y="9910"/>
                    </a:lnTo>
                    <a:cubicBezTo>
                      <a:pt x="20700" y="10761"/>
                      <a:pt x="20031" y="11430"/>
                      <a:pt x="19180" y="114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69"/>
              <p:cNvSpPr/>
              <p:nvPr/>
            </p:nvSpPr>
            <p:spPr>
              <a:xfrm>
                <a:off x="5241250" y="3232850"/>
                <a:ext cx="517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0700" h="11430" fill="none" extrusionOk="0">
                    <a:moveTo>
                      <a:pt x="19180" y="11430"/>
                    </a:moveTo>
                    <a:lnTo>
                      <a:pt x="1520" y="11430"/>
                    </a:lnTo>
                    <a:cubicBezTo>
                      <a:pt x="669" y="11430"/>
                      <a:pt x="0" y="10761"/>
                      <a:pt x="0" y="9910"/>
                    </a:cubicBezTo>
                    <a:lnTo>
                      <a:pt x="0" y="1521"/>
                    </a:lnTo>
                    <a:cubicBezTo>
                      <a:pt x="0" y="670"/>
                      <a:pt x="669" y="1"/>
                      <a:pt x="1520" y="1"/>
                    </a:cubicBezTo>
                    <a:lnTo>
                      <a:pt x="19180" y="1"/>
                    </a:lnTo>
                    <a:cubicBezTo>
                      <a:pt x="20031" y="1"/>
                      <a:pt x="20700" y="670"/>
                      <a:pt x="20700" y="1521"/>
                    </a:cubicBezTo>
                    <a:lnTo>
                      <a:pt x="20700" y="9910"/>
                    </a:lnTo>
                    <a:cubicBezTo>
                      <a:pt x="20700" y="10761"/>
                      <a:pt x="20031" y="11430"/>
                      <a:pt x="19180" y="11430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chemeClr val="lt1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69"/>
              <p:cNvSpPr/>
              <p:nvPr/>
            </p:nvSpPr>
            <p:spPr>
              <a:xfrm>
                <a:off x="5458575" y="3324050"/>
                <a:ext cx="86650" cy="101850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4074" extrusionOk="0">
                    <a:moveTo>
                      <a:pt x="3222" y="1703"/>
                    </a:moveTo>
                    <a:lnTo>
                      <a:pt x="578" y="152"/>
                    </a:lnTo>
                    <a:cubicBezTo>
                      <a:pt x="304" y="0"/>
                      <a:pt x="0" y="183"/>
                      <a:pt x="0" y="487"/>
                    </a:cubicBezTo>
                    <a:lnTo>
                      <a:pt x="0" y="3557"/>
                    </a:lnTo>
                    <a:cubicBezTo>
                      <a:pt x="0" y="3861"/>
                      <a:pt x="304" y="4073"/>
                      <a:pt x="578" y="3921"/>
                    </a:cubicBezTo>
                    <a:lnTo>
                      <a:pt x="3222" y="2341"/>
                    </a:lnTo>
                    <a:cubicBezTo>
                      <a:pt x="3466" y="2250"/>
                      <a:pt x="3466" y="1855"/>
                      <a:pt x="3222" y="17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69"/>
              <p:cNvSpPr/>
              <p:nvPr/>
            </p:nvSpPr>
            <p:spPr>
              <a:xfrm>
                <a:off x="5257200" y="3608250"/>
                <a:ext cx="4848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394" h="1" fill="none" extrusionOk="0">
                    <a:moveTo>
                      <a:pt x="1" y="0"/>
                    </a:moveTo>
                    <a:lnTo>
                      <a:pt x="19393" y="0"/>
                    </a:lnTo>
                  </a:path>
                </a:pathLst>
              </a:custGeom>
              <a:noFill/>
              <a:ln w="19000" cap="rnd" cmpd="sng">
                <a:solidFill>
                  <a:srgbClr val="DEDBF9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69"/>
              <p:cNvSpPr/>
              <p:nvPr/>
            </p:nvSpPr>
            <p:spPr>
              <a:xfrm>
                <a:off x="5257200" y="3608250"/>
                <a:ext cx="152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111" h="1" fill="none" extrusionOk="0">
                    <a:moveTo>
                      <a:pt x="1" y="0"/>
                    </a:moveTo>
                    <a:lnTo>
                      <a:pt x="6110" y="0"/>
                    </a:lnTo>
                  </a:path>
                </a:pathLst>
              </a:custGeom>
              <a:noFill/>
              <a:ln w="19000" cap="rnd" cmpd="sng">
                <a:solidFill>
                  <a:srgbClr val="D074B5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69"/>
              <p:cNvSpPr/>
              <p:nvPr/>
            </p:nvSpPr>
            <p:spPr>
              <a:xfrm>
                <a:off x="5365100" y="3576325"/>
                <a:ext cx="6310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2524" extrusionOk="0">
                    <a:moveTo>
                      <a:pt x="2524" y="1277"/>
                    </a:moveTo>
                    <a:cubicBezTo>
                      <a:pt x="2524" y="1976"/>
                      <a:pt x="1977" y="2524"/>
                      <a:pt x="1277" y="2524"/>
                    </a:cubicBezTo>
                    <a:cubicBezTo>
                      <a:pt x="578" y="2524"/>
                      <a:pt x="1" y="1976"/>
                      <a:pt x="1" y="1277"/>
                    </a:cubicBezTo>
                    <a:cubicBezTo>
                      <a:pt x="1" y="578"/>
                      <a:pt x="578" y="1"/>
                      <a:pt x="1277" y="1"/>
                    </a:cubicBezTo>
                    <a:cubicBezTo>
                      <a:pt x="1977" y="1"/>
                      <a:pt x="2524" y="578"/>
                      <a:pt x="2524" y="1277"/>
                    </a:cubicBezTo>
                    <a:close/>
                  </a:path>
                </a:pathLst>
              </a:custGeom>
              <a:solidFill>
                <a:srgbClr val="DD81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1" name="Google Shape;1281;p69"/>
            <p:cNvGrpSpPr/>
            <p:nvPr/>
          </p:nvGrpSpPr>
          <p:grpSpPr>
            <a:xfrm>
              <a:off x="5495867" y="2789445"/>
              <a:ext cx="622391" cy="623829"/>
              <a:chOff x="5096713" y="3964200"/>
              <a:chExt cx="324500" cy="325250"/>
            </a:xfrm>
          </p:grpSpPr>
          <p:sp>
            <p:nvSpPr>
              <p:cNvPr id="1282" name="Google Shape;1282;p69"/>
              <p:cNvSpPr/>
              <p:nvPr/>
            </p:nvSpPr>
            <p:spPr>
              <a:xfrm>
                <a:off x="5096713" y="3964200"/>
                <a:ext cx="324500" cy="325250"/>
              </a:xfrm>
              <a:custGeom>
                <a:avLst/>
                <a:gdLst/>
                <a:ahLst/>
                <a:cxnLst/>
                <a:rect l="l" t="t" r="r" b="b"/>
                <a:pathLst>
                  <a:path w="12980" h="13010" extrusionOk="0">
                    <a:moveTo>
                      <a:pt x="6445" y="699"/>
                    </a:moveTo>
                    <a:cubicBezTo>
                      <a:pt x="9636" y="699"/>
                      <a:pt x="12250" y="3313"/>
                      <a:pt x="12250" y="6505"/>
                    </a:cubicBezTo>
                    <a:cubicBezTo>
                      <a:pt x="12250" y="9697"/>
                      <a:pt x="9667" y="12311"/>
                      <a:pt x="6445" y="12311"/>
                    </a:cubicBezTo>
                    <a:cubicBezTo>
                      <a:pt x="3253" y="12311"/>
                      <a:pt x="639" y="9727"/>
                      <a:pt x="639" y="6505"/>
                    </a:cubicBezTo>
                    <a:cubicBezTo>
                      <a:pt x="639" y="3313"/>
                      <a:pt x="3253" y="699"/>
                      <a:pt x="6445" y="699"/>
                    </a:cubicBezTo>
                    <a:close/>
                    <a:moveTo>
                      <a:pt x="6475" y="0"/>
                    </a:moveTo>
                    <a:cubicBezTo>
                      <a:pt x="2919" y="0"/>
                      <a:pt x="1" y="2949"/>
                      <a:pt x="1" y="6505"/>
                    </a:cubicBezTo>
                    <a:cubicBezTo>
                      <a:pt x="1" y="10092"/>
                      <a:pt x="2888" y="13010"/>
                      <a:pt x="6475" y="13010"/>
                    </a:cubicBezTo>
                    <a:cubicBezTo>
                      <a:pt x="10062" y="13010"/>
                      <a:pt x="12980" y="10092"/>
                      <a:pt x="12980" y="6505"/>
                    </a:cubicBezTo>
                    <a:cubicBezTo>
                      <a:pt x="12980" y="2949"/>
                      <a:pt x="10062" y="0"/>
                      <a:pt x="64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69"/>
              <p:cNvSpPr/>
              <p:nvPr/>
            </p:nvSpPr>
            <p:spPr>
              <a:xfrm>
                <a:off x="5185638" y="3964200"/>
                <a:ext cx="144400" cy="325250"/>
              </a:xfrm>
              <a:custGeom>
                <a:avLst/>
                <a:gdLst/>
                <a:ahLst/>
                <a:cxnLst/>
                <a:rect l="l" t="t" r="r" b="b"/>
                <a:pathLst>
                  <a:path w="5776" h="13010" extrusionOk="0">
                    <a:moveTo>
                      <a:pt x="2888" y="699"/>
                    </a:moveTo>
                    <a:cubicBezTo>
                      <a:pt x="3952" y="699"/>
                      <a:pt x="5137" y="3101"/>
                      <a:pt x="5137" y="6505"/>
                    </a:cubicBezTo>
                    <a:cubicBezTo>
                      <a:pt x="5137" y="9940"/>
                      <a:pt x="3952" y="12311"/>
                      <a:pt x="2888" y="12311"/>
                    </a:cubicBezTo>
                    <a:cubicBezTo>
                      <a:pt x="1824" y="12311"/>
                      <a:pt x="638" y="9940"/>
                      <a:pt x="638" y="6505"/>
                    </a:cubicBezTo>
                    <a:cubicBezTo>
                      <a:pt x="638" y="3101"/>
                      <a:pt x="1824" y="699"/>
                      <a:pt x="2888" y="699"/>
                    </a:cubicBezTo>
                    <a:close/>
                    <a:moveTo>
                      <a:pt x="2888" y="0"/>
                    </a:moveTo>
                    <a:cubicBezTo>
                      <a:pt x="1307" y="0"/>
                      <a:pt x="0" y="2857"/>
                      <a:pt x="0" y="6505"/>
                    </a:cubicBezTo>
                    <a:cubicBezTo>
                      <a:pt x="0" y="10152"/>
                      <a:pt x="1307" y="13010"/>
                      <a:pt x="2888" y="13010"/>
                    </a:cubicBezTo>
                    <a:cubicBezTo>
                      <a:pt x="4499" y="13010"/>
                      <a:pt x="5775" y="10152"/>
                      <a:pt x="5775" y="6505"/>
                    </a:cubicBezTo>
                    <a:cubicBezTo>
                      <a:pt x="5775" y="2857"/>
                      <a:pt x="4529" y="0"/>
                      <a:pt x="28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69"/>
              <p:cNvSpPr/>
              <p:nvPr/>
            </p:nvSpPr>
            <p:spPr>
              <a:xfrm>
                <a:off x="5104313" y="4119225"/>
                <a:ext cx="30780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12312" h="639" extrusionOk="0">
                    <a:moveTo>
                      <a:pt x="1" y="0"/>
                    </a:moveTo>
                    <a:lnTo>
                      <a:pt x="1" y="638"/>
                    </a:lnTo>
                    <a:lnTo>
                      <a:pt x="12311" y="638"/>
                    </a:lnTo>
                    <a:lnTo>
                      <a:pt x="123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69"/>
              <p:cNvSpPr/>
              <p:nvPr/>
            </p:nvSpPr>
            <p:spPr>
              <a:xfrm>
                <a:off x="5136238" y="4023475"/>
                <a:ext cx="243200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733" extrusionOk="0">
                    <a:moveTo>
                      <a:pt x="456" y="0"/>
                    </a:moveTo>
                    <a:lnTo>
                      <a:pt x="0" y="456"/>
                    </a:lnTo>
                    <a:cubicBezTo>
                      <a:pt x="31" y="486"/>
                      <a:pt x="1307" y="1733"/>
                      <a:pt x="4864" y="1733"/>
                    </a:cubicBezTo>
                    <a:cubicBezTo>
                      <a:pt x="8420" y="1733"/>
                      <a:pt x="9697" y="486"/>
                      <a:pt x="9727" y="456"/>
                    </a:cubicBezTo>
                    <a:lnTo>
                      <a:pt x="9271" y="0"/>
                    </a:lnTo>
                    <a:cubicBezTo>
                      <a:pt x="9271" y="0"/>
                      <a:pt x="8147" y="1094"/>
                      <a:pt x="4864" y="1094"/>
                    </a:cubicBezTo>
                    <a:cubicBezTo>
                      <a:pt x="1581" y="1094"/>
                      <a:pt x="456" y="0"/>
                      <a:pt x="4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69"/>
              <p:cNvSpPr/>
              <p:nvPr/>
            </p:nvSpPr>
            <p:spPr>
              <a:xfrm>
                <a:off x="5136238" y="4187600"/>
                <a:ext cx="243200" cy="441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764" extrusionOk="0">
                    <a:moveTo>
                      <a:pt x="4864" y="1"/>
                    </a:moveTo>
                    <a:cubicBezTo>
                      <a:pt x="1277" y="1"/>
                      <a:pt x="31" y="1247"/>
                      <a:pt x="0" y="1308"/>
                    </a:cubicBezTo>
                    <a:lnTo>
                      <a:pt x="456" y="1764"/>
                    </a:lnTo>
                    <a:cubicBezTo>
                      <a:pt x="456" y="1764"/>
                      <a:pt x="1581" y="639"/>
                      <a:pt x="4864" y="639"/>
                    </a:cubicBezTo>
                    <a:cubicBezTo>
                      <a:pt x="8147" y="639"/>
                      <a:pt x="9271" y="1764"/>
                      <a:pt x="9271" y="1764"/>
                    </a:cubicBezTo>
                    <a:lnTo>
                      <a:pt x="9727" y="1308"/>
                    </a:lnTo>
                    <a:cubicBezTo>
                      <a:pt x="9697" y="1247"/>
                      <a:pt x="8450" y="1"/>
                      <a:pt x="48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7" name="Google Shape;1287;p69"/>
          <p:cNvGrpSpPr/>
          <p:nvPr/>
        </p:nvGrpSpPr>
        <p:grpSpPr>
          <a:xfrm rot="10800000" flipH="1">
            <a:off x="830290" y="497323"/>
            <a:ext cx="429322" cy="93999"/>
            <a:chOff x="5840230" y="744468"/>
            <a:chExt cx="431653" cy="94500"/>
          </a:xfrm>
        </p:grpSpPr>
        <p:sp>
          <p:nvSpPr>
            <p:cNvPr id="1288" name="Google Shape;1288;p69"/>
            <p:cNvSpPr/>
            <p:nvPr/>
          </p:nvSpPr>
          <p:spPr>
            <a:xfrm>
              <a:off x="5840230" y="744468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69"/>
            <p:cNvSpPr/>
            <p:nvPr/>
          </p:nvSpPr>
          <p:spPr>
            <a:xfrm>
              <a:off x="6008807" y="744468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69"/>
            <p:cNvSpPr/>
            <p:nvPr/>
          </p:nvSpPr>
          <p:spPr>
            <a:xfrm>
              <a:off x="6177384" y="744468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208;p69"/>
          <p:cNvSpPr/>
          <p:nvPr/>
        </p:nvSpPr>
        <p:spPr>
          <a:xfrm>
            <a:off x="4441825" y="4083685"/>
            <a:ext cx="3503295" cy="37338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</a:rPr>
              <a:t>DR \ Hatem AbdelKader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8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8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70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>
                <a:latin typeface="Orbitron"/>
                <a:ea typeface="Orbitron"/>
                <a:cs typeface="Orbitron"/>
                <a:sym typeface="Orbitron"/>
              </a:rPr>
              <a:t>Team work</a:t>
            </a:r>
          </a:p>
        </p:txBody>
      </p:sp>
      <p:grpSp>
        <p:nvGrpSpPr>
          <p:cNvPr id="1297" name="Google Shape;1297;p70"/>
          <p:cNvGrpSpPr/>
          <p:nvPr/>
        </p:nvGrpSpPr>
        <p:grpSpPr>
          <a:xfrm>
            <a:off x="8236625" y="4105445"/>
            <a:ext cx="501556" cy="570430"/>
            <a:chOff x="10190200" y="4253570"/>
            <a:chExt cx="501556" cy="570430"/>
          </a:xfrm>
        </p:grpSpPr>
        <p:sp>
          <p:nvSpPr>
            <p:cNvPr id="1298" name="Google Shape;1298;p70"/>
            <p:cNvSpPr/>
            <p:nvPr/>
          </p:nvSpPr>
          <p:spPr>
            <a:xfrm>
              <a:off x="10440975" y="4253570"/>
              <a:ext cx="250781" cy="250235"/>
            </a:xfrm>
            <a:custGeom>
              <a:avLst/>
              <a:gdLst/>
              <a:ahLst/>
              <a:cxnLst/>
              <a:rect l="l" t="t" r="r" b="b"/>
              <a:pathLst>
                <a:path w="14257" h="14226" extrusionOk="0">
                  <a:moveTo>
                    <a:pt x="7160" y="4895"/>
                  </a:moveTo>
                  <a:cubicBezTo>
                    <a:pt x="8066" y="4895"/>
                    <a:pt x="8891" y="5467"/>
                    <a:pt x="9180" y="6383"/>
                  </a:cubicBezTo>
                  <a:cubicBezTo>
                    <a:pt x="9575" y="7508"/>
                    <a:pt x="8967" y="8724"/>
                    <a:pt x="7812" y="9119"/>
                  </a:cubicBezTo>
                  <a:cubicBezTo>
                    <a:pt x="7591" y="9191"/>
                    <a:pt x="7367" y="9225"/>
                    <a:pt x="7145" y="9225"/>
                  </a:cubicBezTo>
                  <a:cubicBezTo>
                    <a:pt x="6241" y="9225"/>
                    <a:pt x="5394" y="8655"/>
                    <a:pt x="5077" y="7751"/>
                  </a:cubicBezTo>
                  <a:cubicBezTo>
                    <a:pt x="4712" y="6596"/>
                    <a:pt x="5320" y="5380"/>
                    <a:pt x="6444" y="5016"/>
                  </a:cubicBezTo>
                  <a:cubicBezTo>
                    <a:pt x="6683" y="4934"/>
                    <a:pt x="6924" y="4895"/>
                    <a:pt x="7160" y="4895"/>
                  </a:cubicBezTo>
                  <a:close/>
                  <a:moveTo>
                    <a:pt x="6080" y="0"/>
                  </a:moveTo>
                  <a:lnTo>
                    <a:pt x="3526" y="851"/>
                  </a:lnTo>
                  <a:lnTo>
                    <a:pt x="4226" y="2827"/>
                  </a:lnTo>
                  <a:cubicBezTo>
                    <a:pt x="3830" y="3101"/>
                    <a:pt x="3526" y="3374"/>
                    <a:pt x="3222" y="3709"/>
                  </a:cubicBezTo>
                  <a:lnTo>
                    <a:pt x="1368" y="2797"/>
                  </a:lnTo>
                  <a:lnTo>
                    <a:pt x="183" y="5228"/>
                  </a:lnTo>
                  <a:lnTo>
                    <a:pt x="2037" y="6140"/>
                  </a:lnTo>
                  <a:cubicBezTo>
                    <a:pt x="1976" y="6566"/>
                    <a:pt x="1946" y="7022"/>
                    <a:pt x="1976" y="7478"/>
                  </a:cubicBezTo>
                  <a:lnTo>
                    <a:pt x="0" y="8146"/>
                  </a:lnTo>
                  <a:lnTo>
                    <a:pt x="852" y="10700"/>
                  </a:lnTo>
                  <a:lnTo>
                    <a:pt x="2827" y="10031"/>
                  </a:lnTo>
                  <a:cubicBezTo>
                    <a:pt x="3101" y="10396"/>
                    <a:pt x="3374" y="10700"/>
                    <a:pt x="3709" y="11004"/>
                  </a:cubicBezTo>
                  <a:lnTo>
                    <a:pt x="2797" y="12858"/>
                  </a:lnTo>
                  <a:lnTo>
                    <a:pt x="5229" y="14043"/>
                  </a:lnTo>
                  <a:lnTo>
                    <a:pt x="6140" y="12189"/>
                  </a:lnTo>
                  <a:cubicBezTo>
                    <a:pt x="6441" y="12232"/>
                    <a:pt x="6757" y="12275"/>
                    <a:pt x="7078" y="12275"/>
                  </a:cubicBezTo>
                  <a:cubicBezTo>
                    <a:pt x="7211" y="12275"/>
                    <a:pt x="7344" y="12268"/>
                    <a:pt x="7478" y="12250"/>
                  </a:cubicBezTo>
                  <a:lnTo>
                    <a:pt x="8147" y="14225"/>
                  </a:lnTo>
                  <a:lnTo>
                    <a:pt x="10700" y="13374"/>
                  </a:lnTo>
                  <a:lnTo>
                    <a:pt x="10031" y="11399"/>
                  </a:lnTo>
                  <a:cubicBezTo>
                    <a:pt x="10396" y="11125"/>
                    <a:pt x="10700" y="10852"/>
                    <a:pt x="11004" y="10517"/>
                  </a:cubicBezTo>
                  <a:lnTo>
                    <a:pt x="12858" y="11429"/>
                  </a:lnTo>
                  <a:lnTo>
                    <a:pt x="14043" y="8997"/>
                  </a:lnTo>
                  <a:lnTo>
                    <a:pt x="12189" y="8086"/>
                  </a:lnTo>
                  <a:cubicBezTo>
                    <a:pt x="12280" y="7660"/>
                    <a:pt x="12311" y="7204"/>
                    <a:pt x="12280" y="6748"/>
                  </a:cubicBezTo>
                  <a:lnTo>
                    <a:pt x="14256" y="6079"/>
                  </a:lnTo>
                  <a:lnTo>
                    <a:pt x="13375" y="3526"/>
                  </a:lnTo>
                  <a:lnTo>
                    <a:pt x="11399" y="4195"/>
                  </a:lnTo>
                  <a:cubicBezTo>
                    <a:pt x="11125" y="3830"/>
                    <a:pt x="10852" y="3526"/>
                    <a:pt x="10517" y="3222"/>
                  </a:cubicBezTo>
                  <a:lnTo>
                    <a:pt x="11429" y="1368"/>
                  </a:lnTo>
                  <a:lnTo>
                    <a:pt x="8998" y="183"/>
                  </a:lnTo>
                  <a:lnTo>
                    <a:pt x="8086" y="2037"/>
                  </a:lnTo>
                  <a:cubicBezTo>
                    <a:pt x="7785" y="1994"/>
                    <a:pt x="7469" y="1951"/>
                    <a:pt x="7148" y="1951"/>
                  </a:cubicBezTo>
                  <a:cubicBezTo>
                    <a:pt x="7015" y="1951"/>
                    <a:pt x="6882" y="1958"/>
                    <a:pt x="6748" y="1976"/>
                  </a:cubicBezTo>
                  <a:lnTo>
                    <a:pt x="60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70"/>
            <p:cNvSpPr/>
            <p:nvPr/>
          </p:nvSpPr>
          <p:spPr>
            <a:xfrm>
              <a:off x="10190200" y="4573225"/>
              <a:ext cx="250775" cy="250775"/>
            </a:xfrm>
            <a:custGeom>
              <a:avLst/>
              <a:gdLst/>
              <a:ahLst/>
              <a:cxnLst/>
              <a:rect l="l" t="t" r="r" b="b"/>
              <a:pathLst>
                <a:path w="10031" h="10031" extrusionOk="0">
                  <a:moveTo>
                    <a:pt x="5047" y="3455"/>
                  </a:moveTo>
                  <a:cubicBezTo>
                    <a:pt x="5309" y="3455"/>
                    <a:pt x="5573" y="3526"/>
                    <a:pt x="5806" y="3678"/>
                  </a:cubicBezTo>
                  <a:cubicBezTo>
                    <a:pt x="6535" y="4134"/>
                    <a:pt x="6778" y="5046"/>
                    <a:pt x="6353" y="5775"/>
                  </a:cubicBezTo>
                  <a:cubicBezTo>
                    <a:pt x="6074" y="6254"/>
                    <a:pt x="5572" y="6523"/>
                    <a:pt x="5055" y="6523"/>
                  </a:cubicBezTo>
                  <a:cubicBezTo>
                    <a:pt x="4783" y="6523"/>
                    <a:pt x="4507" y="6449"/>
                    <a:pt x="4256" y="6292"/>
                  </a:cubicBezTo>
                  <a:cubicBezTo>
                    <a:pt x="3526" y="5897"/>
                    <a:pt x="3283" y="4924"/>
                    <a:pt x="3739" y="4225"/>
                  </a:cubicBezTo>
                  <a:cubicBezTo>
                    <a:pt x="4002" y="3739"/>
                    <a:pt x="4522" y="3455"/>
                    <a:pt x="5047" y="3455"/>
                  </a:cubicBezTo>
                  <a:close/>
                  <a:moveTo>
                    <a:pt x="4681" y="0"/>
                  </a:moveTo>
                  <a:lnTo>
                    <a:pt x="2857" y="456"/>
                  </a:lnTo>
                  <a:lnTo>
                    <a:pt x="3222" y="1854"/>
                  </a:lnTo>
                  <a:cubicBezTo>
                    <a:pt x="2979" y="2006"/>
                    <a:pt x="2705" y="2189"/>
                    <a:pt x="2462" y="2432"/>
                  </a:cubicBezTo>
                  <a:lnTo>
                    <a:pt x="1216" y="1672"/>
                  </a:lnTo>
                  <a:lnTo>
                    <a:pt x="274" y="3313"/>
                  </a:lnTo>
                  <a:lnTo>
                    <a:pt x="1520" y="4073"/>
                  </a:lnTo>
                  <a:cubicBezTo>
                    <a:pt x="1459" y="4377"/>
                    <a:pt x="1398" y="4681"/>
                    <a:pt x="1398" y="4985"/>
                  </a:cubicBezTo>
                  <a:lnTo>
                    <a:pt x="0" y="5350"/>
                  </a:lnTo>
                  <a:lnTo>
                    <a:pt x="456" y="7173"/>
                  </a:lnTo>
                  <a:lnTo>
                    <a:pt x="1854" y="6809"/>
                  </a:lnTo>
                  <a:cubicBezTo>
                    <a:pt x="2006" y="7052"/>
                    <a:pt x="2189" y="7325"/>
                    <a:pt x="2432" y="7569"/>
                  </a:cubicBezTo>
                  <a:lnTo>
                    <a:pt x="1672" y="8815"/>
                  </a:lnTo>
                  <a:lnTo>
                    <a:pt x="3313" y="9757"/>
                  </a:lnTo>
                  <a:lnTo>
                    <a:pt x="4073" y="8511"/>
                  </a:lnTo>
                  <a:cubicBezTo>
                    <a:pt x="4377" y="8572"/>
                    <a:pt x="4681" y="8632"/>
                    <a:pt x="4985" y="8632"/>
                  </a:cubicBezTo>
                  <a:lnTo>
                    <a:pt x="5350" y="10031"/>
                  </a:lnTo>
                  <a:lnTo>
                    <a:pt x="7174" y="9575"/>
                  </a:lnTo>
                  <a:lnTo>
                    <a:pt x="6809" y="8176"/>
                  </a:lnTo>
                  <a:cubicBezTo>
                    <a:pt x="7052" y="8024"/>
                    <a:pt x="7326" y="7812"/>
                    <a:pt x="7569" y="7599"/>
                  </a:cubicBezTo>
                  <a:lnTo>
                    <a:pt x="8815" y="8359"/>
                  </a:lnTo>
                  <a:lnTo>
                    <a:pt x="9757" y="6717"/>
                  </a:lnTo>
                  <a:lnTo>
                    <a:pt x="8511" y="5958"/>
                  </a:lnTo>
                  <a:cubicBezTo>
                    <a:pt x="8572" y="5654"/>
                    <a:pt x="8633" y="5350"/>
                    <a:pt x="8633" y="5046"/>
                  </a:cubicBezTo>
                  <a:lnTo>
                    <a:pt x="10031" y="4681"/>
                  </a:lnTo>
                  <a:lnTo>
                    <a:pt x="9575" y="2857"/>
                  </a:lnTo>
                  <a:lnTo>
                    <a:pt x="8177" y="3222"/>
                  </a:lnTo>
                  <a:cubicBezTo>
                    <a:pt x="8025" y="2948"/>
                    <a:pt x="7842" y="2705"/>
                    <a:pt x="7599" y="2462"/>
                  </a:cubicBezTo>
                  <a:lnTo>
                    <a:pt x="8359" y="1216"/>
                  </a:lnTo>
                  <a:lnTo>
                    <a:pt x="6718" y="274"/>
                  </a:lnTo>
                  <a:lnTo>
                    <a:pt x="5958" y="1520"/>
                  </a:lnTo>
                  <a:cubicBezTo>
                    <a:pt x="5654" y="1429"/>
                    <a:pt x="5350" y="1398"/>
                    <a:pt x="5046" y="1398"/>
                  </a:cubicBezTo>
                  <a:lnTo>
                    <a:pt x="46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0"/>
          <p:cNvGraphicFramePr/>
          <p:nvPr/>
        </p:nvGraphicFramePr>
        <p:xfrm>
          <a:off x="1372235" y="1544320"/>
          <a:ext cx="6399530" cy="26822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 Name </a:t>
                      </a:r>
                    </a:p>
                  </a:txBody>
                  <a:tcPr>
                    <a:lnR w="12700">
                      <a:solidFill>
                        <a:schemeClr val="bg2"/>
                      </a:solidFill>
                      <a:prstDash val="soli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ID</a:t>
                      </a:r>
                    </a:p>
                  </a:txBody>
                  <a:tcPr>
                    <a:lnL w="12700">
                      <a:solidFill>
                        <a:schemeClr val="bg2"/>
                      </a:solidFill>
                      <a:prstDash val="solid"/>
                    </a:lnL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Wesam Fathy Masoud omar </a:t>
                      </a:r>
                    </a:p>
                  </a:txBody>
                  <a:tcPr>
                    <a:lnR w="12700">
                      <a:solidFill>
                        <a:schemeClr val="bg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20221451271</a:t>
                      </a:r>
                    </a:p>
                  </a:txBody>
                  <a:tcPr>
                    <a:lnL w="12700">
                      <a:solidFill>
                        <a:schemeClr val="bg2"/>
                      </a:solidFill>
                      <a:prstDash val="solid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Mirna Samir Mohamed </a:t>
                      </a:r>
                    </a:p>
                  </a:txBody>
                  <a:tcPr>
                    <a:lnR w="12700">
                      <a:solidFill>
                        <a:schemeClr val="bg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202214510911</a:t>
                      </a:r>
                    </a:p>
                  </a:txBody>
                  <a:tcPr>
                    <a:lnL w="12700">
                      <a:solidFill>
                        <a:schemeClr val="bg2"/>
                      </a:solidFill>
                      <a:prstDash val="solid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Nourhan Mohamed Fathy</a:t>
                      </a:r>
                    </a:p>
                  </a:txBody>
                  <a:tcPr>
                    <a:lnR w="12700">
                      <a:solidFill>
                        <a:schemeClr val="bg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20221452411</a:t>
                      </a:r>
                    </a:p>
                  </a:txBody>
                  <a:tcPr>
                    <a:lnL w="12700">
                      <a:solidFill>
                        <a:schemeClr val="bg2"/>
                      </a:solidFill>
                      <a:prstDash val="solid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sym typeface="+mn-ea"/>
                        </a:rPr>
                        <a:t>Shahd Ahmed Saad </a:t>
                      </a:r>
                    </a:p>
                  </a:txBody>
                  <a:tcPr>
                    <a:lnR w="12700">
                      <a:solidFill>
                        <a:schemeClr val="bg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2022145998</a:t>
                      </a:r>
                    </a:p>
                  </a:txBody>
                  <a:tcPr>
                    <a:lnL w="12700">
                      <a:solidFill>
                        <a:schemeClr val="bg2"/>
                      </a:solidFill>
                      <a:prstDash val="solid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Bassent Ahmed Rageb</a:t>
                      </a:r>
                    </a:p>
                  </a:txBody>
                  <a:tcPr>
                    <a:lnR w="12700">
                      <a:solidFill>
                        <a:schemeClr val="bg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500"/>
                        <a:t>20221462483</a:t>
                      </a:r>
                    </a:p>
                  </a:txBody>
                  <a:tcPr>
                    <a:lnL w="12700">
                      <a:solidFill>
                        <a:schemeClr val="bg2"/>
                      </a:solidFill>
                      <a:prstDash val="solid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500"/>
                        <a:t>Aya Hussein  Elsayed</a:t>
                      </a:r>
                    </a:p>
                  </a:txBody>
                  <a:tcPr>
                    <a:lnR w="12700">
                      <a:solidFill>
                        <a:schemeClr val="bg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500"/>
                        <a:t>20221462934</a:t>
                      </a:r>
                    </a:p>
                  </a:txBody>
                  <a:tcPr>
                    <a:lnL w="12700">
                      <a:solidFill>
                        <a:schemeClr val="bg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71"/>
          <p:cNvGrpSpPr/>
          <p:nvPr/>
        </p:nvGrpSpPr>
        <p:grpSpPr>
          <a:xfrm>
            <a:off x="719975" y="1539905"/>
            <a:ext cx="3010825" cy="1776300"/>
            <a:chOff x="719975" y="1114972"/>
            <a:chExt cx="3010825" cy="1776300"/>
          </a:xfrm>
        </p:grpSpPr>
        <p:sp>
          <p:nvSpPr>
            <p:cNvPr id="1305" name="Google Shape;1305;p71"/>
            <p:cNvSpPr/>
            <p:nvPr/>
          </p:nvSpPr>
          <p:spPr>
            <a:xfrm>
              <a:off x="720000" y="1114972"/>
              <a:ext cx="30108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71"/>
            <p:cNvSpPr/>
            <p:nvPr/>
          </p:nvSpPr>
          <p:spPr>
            <a:xfrm>
              <a:off x="719975" y="1114975"/>
              <a:ext cx="301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07" name="Google Shape;1307;p71"/>
            <p:cNvGrpSpPr/>
            <p:nvPr/>
          </p:nvGrpSpPr>
          <p:grpSpPr>
            <a:xfrm rot="10800000" flipH="1">
              <a:off x="881412" y="1244995"/>
              <a:ext cx="429322" cy="93999"/>
              <a:chOff x="5840230" y="744468"/>
              <a:chExt cx="431653" cy="94500"/>
            </a:xfrm>
          </p:grpSpPr>
          <p:sp>
            <p:nvSpPr>
              <p:cNvPr id="1308" name="Google Shape;1308;p71"/>
              <p:cNvSpPr/>
              <p:nvPr/>
            </p:nvSpPr>
            <p:spPr>
              <a:xfrm>
                <a:off x="5840230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71"/>
              <p:cNvSpPr/>
              <p:nvPr/>
            </p:nvSpPr>
            <p:spPr>
              <a:xfrm>
                <a:off x="6008807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71"/>
              <p:cNvSpPr/>
              <p:nvPr/>
            </p:nvSpPr>
            <p:spPr>
              <a:xfrm>
                <a:off x="6177384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11" name="Google Shape;1311;p71"/>
          <p:cNvSpPr txBox="1">
            <a:spLocks noGrp="1"/>
          </p:cNvSpPr>
          <p:nvPr>
            <p:ph type="title" idx="5"/>
          </p:nvPr>
        </p:nvSpPr>
        <p:spPr>
          <a:xfrm>
            <a:off x="3924300" y="1334770"/>
            <a:ext cx="983615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</a:p>
        </p:txBody>
      </p:sp>
      <p:sp>
        <p:nvSpPr>
          <p:cNvPr id="1312" name="Google Shape;1312;p71"/>
          <p:cNvSpPr txBox="1">
            <a:spLocks noGrp="1"/>
          </p:cNvSpPr>
          <p:nvPr>
            <p:ph type="ctrTitle"/>
          </p:nvPr>
        </p:nvSpPr>
        <p:spPr>
          <a:xfrm>
            <a:off x="4884802" y="843475"/>
            <a:ext cx="3489000" cy="3675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/>
              <a:t>Database Schema</a:t>
            </a:r>
          </a:p>
        </p:txBody>
      </p:sp>
      <p:sp>
        <p:nvSpPr>
          <p:cNvPr id="1314" name="Google Shape;1314;p71"/>
          <p:cNvSpPr txBox="1">
            <a:spLocks noGrp="1"/>
          </p:cNvSpPr>
          <p:nvPr>
            <p:ph type="ctrTitle" idx="6"/>
          </p:nvPr>
        </p:nvSpPr>
        <p:spPr>
          <a:xfrm>
            <a:off x="4884800" y="1995390"/>
            <a:ext cx="3489000" cy="367500"/>
          </a:xfrm>
          <a:prstGeom prst="rect">
            <a:avLst/>
          </a:prstGeom>
        </p:spPr>
        <p:txBody>
          <a:bodyPr spcFirstLastPara="1" wrap="square" lIns="91425" tIns="91425" rIns="457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Transaction Management</a:t>
            </a:r>
          </a:p>
        </p:txBody>
      </p:sp>
      <p:sp>
        <p:nvSpPr>
          <p:cNvPr id="1315" name="Google Shape;1315;p71"/>
          <p:cNvSpPr txBox="1">
            <a:spLocks noGrp="1"/>
          </p:cNvSpPr>
          <p:nvPr>
            <p:ph type="ctrTitle" idx="3"/>
          </p:nvPr>
        </p:nvSpPr>
        <p:spPr>
          <a:xfrm>
            <a:off x="4884822" y="1457846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Data Distribution</a:t>
            </a:r>
          </a:p>
        </p:txBody>
      </p:sp>
      <p:sp>
        <p:nvSpPr>
          <p:cNvPr id="1316" name="Google Shape;1316;p71"/>
          <p:cNvSpPr txBox="1">
            <a:spLocks noGrp="1"/>
          </p:cNvSpPr>
          <p:nvPr>
            <p:ph type="ctrTitle" idx="14"/>
          </p:nvPr>
        </p:nvSpPr>
        <p:spPr>
          <a:xfrm>
            <a:off x="4884800" y="2571974"/>
            <a:ext cx="34887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Replication</a:t>
            </a:r>
            <a:endParaRPr lang="en-GB"/>
          </a:p>
        </p:txBody>
      </p:sp>
      <p:sp>
        <p:nvSpPr>
          <p:cNvPr id="1319" name="Google Shape;1319;p71"/>
          <p:cNvSpPr txBox="1">
            <a:spLocks noGrp="1"/>
          </p:cNvSpPr>
          <p:nvPr>
            <p:ph type="title" idx="8"/>
          </p:nvPr>
        </p:nvSpPr>
        <p:spPr>
          <a:xfrm>
            <a:off x="3924300" y="1923415"/>
            <a:ext cx="983615" cy="5168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</a:p>
        </p:txBody>
      </p:sp>
      <p:sp>
        <p:nvSpPr>
          <p:cNvPr id="1321" name="Google Shape;1321;p71"/>
          <p:cNvSpPr txBox="1">
            <a:spLocks noGrp="1"/>
          </p:cNvSpPr>
          <p:nvPr>
            <p:ph type="title" idx="13"/>
          </p:nvPr>
        </p:nvSpPr>
        <p:spPr>
          <a:xfrm>
            <a:off x="3924300" y="2476500"/>
            <a:ext cx="983615" cy="5581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04</a:t>
            </a:r>
          </a:p>
        </p:txBody>
      </p:sp>
      <p:sp>
        <p:nvSpPr>
          <p:cNvPr id="1322" name="Google Shape;1322;p71"/>
          <p:cNvSpPr txBox="1">
            <a:spLocks noGrp="1"/>
          </p:cNvSpPr>
          <p:nvPr>
            <p:ph type="title" idx="15"/>
          </p:nvPr>
        </p:nvSpPr>
        <p:spPr>
          <a:xfrm>
            <a:off x="822750" y="2035128"/>
            <a:ext cx="2835900" cy="10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</a:p>
        </p:txBody>
      </p:sp>
      <p:grpSp>
        <p:nvGrpSpPr>
          <p:cNvPr id="1323" name="Google Shape;1323;p71"/>
          <p:cNvGrpSpPr/>
          <p:nvPr/>
        </p:nvGrpSpPr>
        <p:grpSpPr>
          <a:xfrm>
            <a:off x="1964262" y="3133859"/>
            <a:ext cx="1422619" cy="908118"/>
            <a:chOff x="1964262" y="3133859"/>
            <a:chExt cx="1422619" cy="908118"/>
          </a:xfrm>
        </p:grpSpPr>
        <p:grpSp>
          <p:nvGrpSpPr>
            <p:cNvPr id="1324" name="Google Shape;1324;p71"/>
            <p:cNvGrpSpPr/>
            <p:nvPr/>
          </p:nvGrpSpPr>
          <p:grpSpPr>
            <a:xfrm>
              <a:off x="2627043" y="3133859"/>
              <a:ext cx="759839" cy="908118"/>
              <a:chOff x="7948975" y="1691400"/>
              <a:chExt cx="623125" cy="744725"/>
            </a:xfrm>
          </p:grpSpPr>
          <p:sp>
            <p:nvSpPr>
              <p:cNvPr id="1325" name="Google Shape;1325;p71"/>
              <p:cNvSpPr/>
              <p:nvPr/>
            </p:nvSpPr>
            <p:spPr>
              <a:xfrm>
                <a:off x="7948975" y="1770425"/>
                <a:ext cx="623125" cy="6657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26628" extrusionOk="0">
                    <a:moveTo>
                      <a:pt x="1" y="1"/>
                    </a:moveTo>
                    <a:lnTo>
                      <a:pt x="1" y="25199"/>
                    </a:lnTo>
                    <a:cubicBezTo>
                      <a:pt x="1" y="25989"/>
                      <a:pt x="639" y="26627"/>
                      <a:pt x="1429" y="26627"/>
                    </a:cubicBezTo>
                    <a:lnTo>
                      <a:pt x="23436" y="26627"/>
                    </a:lnTo>
                    <a:cubicBezTo>
                      <a:pt x="24226" y="26627"/>
                      <a:pt x="24864" y="25989"/>
                      <a:pt x="24925" y="25199"/>
                    </a:cubicBezTo>
                    <a:lnTo>
                      <a:pt x="2492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7948975" y="1691400"/>
                <a:ext cx="623125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3132" extrusionOk="0">
                    <a:moveTo>
                      <a:pt x="1429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3131"/>
                    </a:lnTo>
                    <a:lnTo>
                      <a:pt x="24925" y="3131"/>
                    </a:lnTo>
                    <a:lnTo>
                      <a:pt x="24925" y="1459"/>
                    </a:lnTo>
                    <a:cubicBezTo>
                      <a:pt x="24864" y="639"/>
                      <a:pt x="24226" y="0"/>
                      <a:pt x="234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799532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13" y="1"/>
                      <a:pt x="1" y="214"/>
                      <a:pt x="1" y="487"/>
                    </a:cubicBezTo>
                    <a:cubicBezTo>
                      <a:pt x="1" y="761"/>
                      <a:pt x="213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91" y="1"/>
                      <a:pt x="487" y="1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804927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14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61" y="1"/>
                      <a:pt x="487" y="1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71"/>
              <p:cNvSpPr/>
              <p:nvPr/>
            </p:nvSpPr>
            <p:spPr>
              <a:xfrm>
                <a:off x="8103225" y="1717225"/>
                <a:ext cx="251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974" extrusionOk="0">
                    <a:moveTo>
                      <a:pt x="518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44" y="974"/>
                      <a:pt x="518" y="974"/>
                    </a:cubicBezTo>
                    <a:cubicBezTo>
                      <a:pt x="761" y="974"/>
                      <a:pt x="1004" y="761"/>
                      <a:pt x="1004" y="487"/>
                    </a:cubicBezTo>
                    <a:cubicBezTo>
                      <a:pt x="1004" y="214"/>
                      <a:pt x="761" y="1"/>
                      <a:pt x="518" y="1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71"/>
              <p:cNvSpPr/>
              <p:nvPr/>
            </p:nvSpPr>
            <p:spPr>
              <a:xfrm>
                <a:off x="8015075" y="186312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71"/>
              <p:cNvSpPr/>
              <p:nvPr/>
            </p:nvSpPr>
            <p:spPr>
              <a:xfrm>
                <a:off x="8151100" y="187452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71"/>
              <p:cNvSpPr/>
              <p:nvPr/>
            </p:nvSpPr>
            <p:spPr>
              <a:xfrm>
                <a:off x="8151100" y="193000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71"/>
              <p:cNvSpPr/>
              <p:nvPr/>
            </p:nvSpPr>
            <p:spPr>
              <a:xfrm>
                <a:off x="8360825" y="193000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71"/>
              <p:cNvSpPr/>
              <p:nvPr/>
            </p:nvSpPr>
            <p:spPr>
              <a:xfrm>
                <a:off x="8015075" y="2030300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71"/>
              <p:cNvSpPr/>
              <p:nvPr/>
            </p:nvSpPr>
            <p:spPr>
              <a:xfrm>
                <a:off x="8151100" y="2041700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71"/>
              <p:cNvSpPr/>
              <p:nvPr/>
            </p:nvSpPr>
            <p:spPr>
              <a:xfrm>
                <a:off x="8151100" y="2097175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71"/>
              <p:cNvSpPr/>
              <p:nvPr/>
            </p:nvSpPr>
            <p:spPr>
              <a:xfrm>
                <a:off x="8360825" y="2097175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71"/>
              <p:cNvSpPr/>
              <p:nvPr/>
            </p:nvSpPr>
            <p:spPr>
              <a:xfrm>
                <a:off x="8015075" y="219747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71"/>
              <p:cNvSpPr/>
              <p:nvPr/>
            </p:nvSpPr>
            <p:spPr>
              <a:xfrm>
                <a:off x="8151100" y="220887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71"/>
              <p:cNvSpPr/>
              <p:nvPr/>
            </p:nvSpPr>
            <p:spPr>
              <a:xfrm>
                <a:off x="8151100" y="226435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71"/>
              <p:cNvSpPr/>
              <p:nvPr/>
            </p:nvSpPr>
            <p:spPr>
              <a:xfrm>
                <a:off x="8360825" y="226435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4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2" name="Google Shape;1342;p71"/>
            <p:cNvGrpSpPr/>
            <p:nvPr/>
          </p:nvGrpSpPr>
          <p:grpSpPr>
            <a:xfrm>
              <a:off x="1964262" y="3226627"/>
              <a:ext cx="758924" cy="321556"/>
              <a:chOff x="5021875" y="2898100"/>
              <a:chExt cx="622375" cy="263700"/>
            </a:xfrm>
          </p:grpSpPr>
          <p:sp>
            <p:nvSpPr>
              <p:cNvPr id="1343" name="Google Shape;1343;p71"/>
              <p:cNvSpPr/>
              <p:nvPr/>
            </p:nvSpPr>
            <p:spPr>
              <a:xfrm>
                <a:off x="5021875" y="2976375"/>
                <a:ext cx="622375" cy="1854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7417" extrusionOk="0">
                    <a:moveTo>
                      <a:pt x="0" y="0"/>
                    </a:moveTo>
                    <a:lnTo>
                      <a:pt x="0" y="5988"/>
                    </a:lnTo>
                    <a:cubicBezTo>
                      <a:pt x="0" y="6779"/>
                      <a:pt x="669" y="7417"/>
                      <a:pt x="1459" y="7417"/>
                    </a:cubicBezTo>
                    <a:lnTo>
                      <a:pt x="23466" y="7417"/>
                    </a:lnTo>
                    <a:cubicBezTo>
                      <a:pt x="24256" y="7417"/>
                      <a:pt x="24894" y="6748"/>
                      <a:pt x="24894" y="5988"/>
                    </a:cubicBezTo>
                    <a:lnTo>
                      <a:pt x="248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71"/>
              <p:cNvSpPr/>
              <p:nvPr/>
            </p:nvSpPr>
            <p:spPr>
              <a:xfrm>
                <a:off x="5021875" y="2898100"/>
                <a:ext cx="62237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3101" extrusionOk="0">
                    <a:moveTo>
                      <a:pt x="1459" y="1"/>
                    </a:moveTo>
                    <a:cubicBezTo>
                      <a:pt x="669" y="1"/>
                      <a:pt x="0" y="639"/>
                      <a:pt x="0" y="1429"/>
                    </a:cubicBezTo>
                    <a:lnTo>
                      <a:pt x="0" y="3101"/>
                    </a:lnTo>
                    <a:lnTo>
                      <a:pt x="24894" y="3101"/>
                    </a:lnTo>
                    <a:lnTo>
                      <a:pt x="24894" y="1429"/>
                    </a:lnTo>
                    <a:cubicBezTo>
                      <a:pt x="24894" y="639"/>
                      <a:pt x="24256" y="1"/>
                      <a:pt x="234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71"/>
              <p:cNvSpPr/>
              <p:nvPr/>
            </p:nvSpPr>
            <p:spPr>
              <a:xfrm>
                <a:off x="5069750" y="2922425"/>
                <a:ext cx="2432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004" extrusionOk="0">
                    <a:moveTo>
                      <a:pt x="487" y="0"/>
                    </a:moveTo>
                    <a:cubicBezTo>
                      <a:pt x="213" y="0"/>
                      <a:pt x="0" y="243"/>
                      <a:pt x="0" y="487"/>
                    </a:cubicBezTo>
                    <a:cubicBezTo>
                      <a:pt x="0" y="760"/>
                      <a:pt x="213" y="1003"/>
                      <a:pt x="487" y="1003"/>
                    </a:cubicBezTo>
                    <a:cubicBezTo>
                      <a:pt x="760" y="1003"/>
                      <a:pt x="973" y="760"/>
                      <a:pt x="973" y="487"/>
                    </a:cubicBez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71"/>
              <p:cNvSpPr/>
              <p:nvPr/>
            </p:nvSpPr>
            <p:spPr>
              <a:xfrm>
                <a:off x="512292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91" y="0"/>
                      <a:pt x="487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71"/>
              <p:cNvSpPr/>
              <p:nvPr/>
            </p:nvSpPr>
            <p:spPr>
              <a:xfrm>
                <a:off x="517687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61" y="0"/>
                      <a:pt x="487" y="0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71"/>
              <p:cNvSpPr/>
              <p:nvPr/>
            </p:nvSpPr>
            <p:spPr>
              <a:xfrm>
                <a:off x="5088750" y="3020450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885" y="0"/>
                    </a:moveTo>
                    <a:cubicBezTo>
                      <a:pt x="821" y="0"/>
                      <a:pt x="0" y="821"/>
                      <a:pt x="0" y="1885"/>
                    </a:cubicBezTo>
                    <a:cubicBezTo>
                      <a:pt x="0" y="2949"/>
                      <a:pt x="821" y="3800"/>
                      <a:pt x="1885" y="3800"/>
                    </a:cubicBezTo>
                    <a:cubicBezTo>
                      <a:pt x="2948" y="3800"/>
                      <a:pt x="3800" y="2949"/>
                      <a:pt x="3800" y="1885"/>
                    </a:cubicBezTo>
                    <a:cubicBezTo>
                      <a:pt x="3800" y="821"/>
                      <a:pt x="2918" y="0"/>
                      <a:pt x="18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71"/>
              <p:cNvSpPr/>
              <p:nvPr/>
            </p:nvSpPr>
            <p:spPr>
              <a:xfrm>
                <a:off x="5225525" y="3031850"/>
                <a:ext cx="3351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05" h="913" extrusionOk="0">
                    <a:moveTo>
                      <a:pt x="426" y="0"/>
                    </a:moveTo>
                    <a:cubicBezTo>
                      <a:pt x="183" y="0"/>
                      <a:pt x="0" y="183"/>
                      <a:pt x="0" y="426"/>
                    </a:cubicBezTo>
                    <a:lnTo>
                      <a:pt x="0" y="487"/>
                    </a:lnTo>
                    <a:cubicBezTo>
                      <a:pt x="0" y="730"/>
                      <a:pt x="183" y="912"/>
                      <a:pt x="426" y="912"/>
                    </a:cubicBezTo>
                    <a:lnTo>
                      <a:pt x="12979" y="912"/>
                    </a:lnTo>
                    <a:cubicBezTo>
                      <a:pt x="13222" y="912"/>
                      <a:pt x="13405" y="730"/>
                      <a:pt x="13405" y="487"/>
                    </a:cubicBezTo>
                    <a:lnTo>
                      <a:pt x="13405" y="426"/>
                    </a:lnTo>
                    <a:cubicBezTo>
                      <a:pt x="13405" y="183"/>
                      <a:pt x="13222" y="0"/>
                      <a:pt x="129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71"/>
              <p:cNvSpPr/>
              <p:nvPr/>
            </p:nvSpPr>
            <p:spPr>
              <a:xfrm>
                <a:off x="5225525" y="3086550"/>
                <a:ext cx="18695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913" extrusionOk="0">
                    <a:moveTo>
                      <a:pt x="426" y="1"/>
                    </a:moveTo>
                    <a:cubicBezTo>
                      <a:pt x="183" y="1"/>
                      <a:pt x="0" y="183"/>
                      <a:pt x="0" y="426"/>
                    </a:cubicBezTo>
                    <a:lnTo>
                      <a:pt x="0" y="517"/>
                    </a:lnTo>
                    <a:cubicBezTo>
                      <a:pt x="0" y="730"/>
                      <a:pt x="183" y="913"/>
                      <a:pt x="426" y="913"/>
                    </a:cubicBezTo>
                    <a:lnTo>
                      <a:pt x="7052" y="913"/>
                    </a:lnTo>
                    <a:cubicBezTo>
                      <a:pt x="7295" y="913"/>
                      <a:pt x="7478" y="730"/>
                      <a:pt x="7478" y="517"/>
                    </a:cubicBezTo>
                    <a:lnTo>
                      <a:pt x="7478" y="426"/>
                    </a:lnTo>
                    <a:cubicBezTo>
                      <a:pt x="7478" y="183"/>
                      <a:pt x="7295" y="1"/>
                      <a:pt x="7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71"/>
              <p:cNvSpPr/>
              <p:nvPr/>
            </p:nvSpPr>
            <p:spPr>
              <a:xfrm>
                <a:off x="5434500" y="3086550"/>
                <a:ext cx="53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913" extrusionOk="0">
                    <a:moveTo>
                      <a:pt x="456" y="1"/>
                    </a:moveTo>
                    <a:cubicBezTo>
                      <a:pt x="183" y="1"/>
                      <a:pt x="0" y="244"/>
                      <a:pt x="0" y="457"/>
                    </a:cubicBezTo>
                    <a:cubicBezTo>
                      <a:pt x="0" y="730"/>
                      <a:pt x="213" y="913"/>
                      <a:pt x="456" y="913"/>
                    </a:cubicBezTo>
                    <a:lnTo>
                      <a:pt x="1702" y="913"/>
                    </a:lnTo>
                    <a:cubicBezTo>
                      <a:pt x="1945" y="913"/>
                      <a:pt x="2128" y="730"/>
                      <a:pt x="2158" y="457"/>
                    </a:cubicBezTo>
                    <a:cubicBezTo>
                      <a:pt x="2158" y="214"/>
                      <a:pt x="1945" y="1"/>
                      <a:pt x="1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2" name="Google Shape;1352;p71"/>
          <p:cNvSpPr/>
          <p:nvPr/>
        </p:nvSpPr>
        <p:spPr>
          <a:xfrm>
            <a:off x="1104750" y="345550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71"/>
          <p:cNvSpPr/>
          <p:nvPr/>
        </p:nvSpPr>
        <p:spPr>
          <a:xfrm>
            <a:off x="2029150" y="3811138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71"/>
          <p:cNvSpPr txBox="1">
            <a:spLocks noGrp="1"/>
          </p:cNvSpPr>
          <p:nvPr>
            <p:ph type="title" idx="2"/>
          </p:nvPr>
        </p:nvSpPr>
        <p:spPr>
          <a:xfrm>
            <a:off x="3779912" y="771550"/>
            <a:ext cx="983615" cy="6146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</a:p>
        </p:txBody>
      </p:sp>
      <p:sp>
        <p:nvSpPr>
          <p:cNvPr id="4" name="Google Shape;1316;p71"/>
          <p:cNvSpPr txBox="1"/>
          <p:nvPr/>
        </p:nvSpPr>
        <p:spPr>
          <a:xfrm>
            <a:off x="4884800" y="3124424"/>
            <a:ext cx="3488700" cy="367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rbitron"/>
              <a:buNone/>
              <a:defRPr sz="1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Reporting</a:t>
            </a:r>
          </a:p>
        </p:txBody>
      </p:sp>
      <p:sp>
        <p:nvSpPr>
          <p:cNvPr id="5" name="Google Shape;1316;p71"/>
          <p:cNvSpPr txBox="1"/>
          <p:nvPr/>
        </p:nvSpPr>
        <p:spPr>
          <a:xfrm>
            <a:off x="4884800" y="3589244"/>
            <a:ext cx="3488700" cy="367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rbitron"/>
              <a:buNone/>
              <a:defRPr sz="1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Fragmentation</a:t>
            </a:r>
          </a:p>
        </p:txBody>
      </p:sp>
      <p:sp>
        <p:nvSpPr>
          <p:cNvPr id="7" name="Google Shape;1316;p71"/>
          <p:cNvSpPr txBox="1"/>
          <p:nvPr/>
        </p:nvSpPr>
        <p:spPr>
          <a:xfrm>
            <a:off x="4907660" y="4151219"/>
            <a:ext cx="3488700" cy="367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rbitron"/>
              <a:buNone/>
              <a:defRPr sz="1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User Interface</a:t>
            </a:r>
          </a:p>
        </p:txBody>
      </p:sp>
      <p:sp>
        <p:nvSpPr>
          <p:cNvPr id="9" name="Google Shape;1321;p71"/>
          <p:cNvSpPr txBox="1"/>
          <p:nvPr/>
        </p:nvSpPr>
        <p:spPr>
          <a:xfrm>
            <a:off x="3924300" y="2988945"/>
            <a:ext cx="983615" cy="5581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rbitron"/>
              <a:buNone/>
              <a:defRPr sz="1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0</a:t>
            </a:r>
            <a:r>
              <a:rPr lang="en-US" altLang="en-GB" sz="2800" dirty="0"/>
              <a:t>5</a:t>
            </a:r>
          </a:p>
        </p:txBody>
      </p:sp>
      <p:sp>
        <p:nvSpPr>
          <p:cNvPr id="10" name="Google Shape;1321;p71"/>
          <p:cNvSpPr txBox="1"/>
          <p:nvPr/>
        </p:nvSpPr>
        <p:spPr>
          <a:xfrm>
            <a:off x="3901440" y="3483610"/>
            <a:ext cx="983615" cy="5581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rbitron"/>
              <a:buNone/>
              <a:defRPr sz="1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0</a:t>
            </a:r>
            <a:r>
              <a:rPr lang="en-US" altLang="en-GB" sz="2800" dirty="0"/>
              <a:t>6</a:t>
            </a:r>
          </a:p>
        </p:txBody>
      </p:sp>
      <p:sp>
        <p:nvSpPr>
          <p:cNvPr id="11" name="Google Shape;1321;p71"/>
          <p:cNvSpPr txBox="1"/>
          <p:nvPr/>
        </p:nvSpPr>
        <p:spPr>
          <a:xfrm>
            <a:off x="3924300" y="4023995"/>
            <a:ext cx="983615" cy="5581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rbitron"/>
              <a:buNone/>
              <a:defRPr sz="1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 panose="02000506060000020004"/>
              <a:buNone/>
              <a:defRPr sz="2000" b="0" i="0" u="none" strike="noStrike" cap="none">
                <a:solidFill>
                  <a:schemeClr val="dk1"/>
                </a:solidFill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0</a:t>
            </a:r>
            <a:r>
              <a:rPr lang="en-US" altLang="en-GB" sz="2800" dirty="0"/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72"/>
          <p:cNvSpPr txBox="1">
            <a:spLocks noGrp="1"/>
          </p:cNvSpPr>
          <p:nvPr>
            <p:ph type="title"/>
          </p:nvPr>
        </p:nvSpPr>
        <p:spPr>
          <a:xfrm rot="625">
            <a:off x="2923540" y="494030"/>
            <a:ext cx="3297555" cy="10267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Introduction</a:t>
            </a:r>
          </a:p>
        </p:txBody>
      </p:sp>
      <p:grpSp>
        <p:nvGrpSpPr>
          <p:cNvPr id="1360" name="Google Shape;1360;p72"/>
          <p:cNvGrpSpPr/>
          <p:nvPr/>
        </p:nvGrpSpPr>
        <p:grpSpPr>
          <a:xfrm>
            <a:off x="837565" y="1355725"/>
            <a:ext cx="7360920" cy="3039110"/>
            <a:chOff x="4572000" y="1047533"/>
            <a:chExt cx="3739500" cy="3039000"/>
          </a:xfrm>
        </p:grpSpPr>
        <p:sp>
          <p:nvSpPr>
            <p:cNvPr id="1361" name="Google Shape;1361;p72"/>
            <p:cNvSpPr/>
            <p:nvPr/>
          </p:nvSpPr>
          <p:spPr>
            <a:xfrm>
              <a:off x="4572000" y="1047533"/>
              <a:ext cx="3739500" cy="30390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2" name="Google Shape;1362;p72"/>
            <p:cNvGrpSpPr/>
            <p:nvPr/>
          </p:nvGrpSpPr>
          <p:grpSpPr>
            <a:xfrm>
              <a:off x="4789501" y="1149778"/>
              <a:ext cx="3304478" cy="193148"/>
              <a:chOff x="-1778447" y="2950291"/>
              <a:chExt cx="4491000" cy="262500"/>
            </a:xfrm>
          </p:grpSpPr>
          <p:sp>
            <p:nvSpPr>
              <p:cNvPr id="1363" name="Google Shape;1363;p72"/>
              <p:cNvSpPr/>
              <p:nvPr/>
            </p:nvSpPr>
            <p:spPr>
              <a:xfrm>
                <a:off x="-1778447" y="2950291"/>
                <a:ext cx="4491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4" name="Google Shape;1364;p72"/>
              <p:cNvGrpSpPr/>
              <p:nvPr/>
            </p:nvGrpSpPr>
            <p:grpSpPr>
              <a:xfrm rot="10800000" flipH="1">
                <a:off x="-1574342" y="3040565"/>
                <a:ext cx="429322" cy="93999"/>
                <a:chOff x="3710891" y="-1826032"/>
                <a:chExt cx="431653" cy="94500"/>
              </a:xfrm>
            </p:grpSpPr>
            <p:sp>
              <p:nvSpPr>
                <p:cNvPr id="1365" name="Google Shape;1365;p72"/>
                <p:cNvSpPr/>
                <p:nvPr/>
              </p:nvSpPr>
              <p:spPr>
                <a:xfrm>
                  <a:off x="3710891" y="-1826032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6" name="Google Shape;1366;p72"/>
                <p:cNvSpPr/>
                <p:nvPr/>
              </p:nvSpPr>
              <p:spPr>
                <a:xfrm>
                  <a:off x="3879468" y="-1826032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7" name="Google Shape;1367;p72"/>
                <p:cNvSpPr/>
                <p:nvPr/>
              </p:nvSpPr>
              <p:spPr>
                <a:xfrm>
                  <a:off x="4048045" y="-1826032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368" name="Google Shape;1368;p72"/>
          <p:cNvSpPr txBox="1">
            <a:spLocks noGrp="1"/>
          </p:cNvSpPr>
          <p:nvPr>
            <p:ph type="subTitle" idx="1"/>
          </p:nvPr>
        </p:nvSpPr>
        <p:spPr>
          <a:xfrm>
            <a:off x="1546225" y="1834515"/>
            <a:ext cx="6034405" cy="24371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1200">
                <a:latin typeface="+mj-lt"/>
                <a:cs typeface="+mj-lt"/>
              </a:rPr>
              <a:t>Efficient inventory management is vital for businesses with multiple locations, ensuring optimal resource allocation, cost reduction, and improved customer satisfaction. The Multi-Site Inventory Management System addresses these challenges by offering a centralized platform to monitor and manage inventory across various sites, leveraging distributed database concepts for scalability and reliability.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§"/>
            </a:pPr>
            <a:r>
              <a:rPr lang="en-US" altLang="en-US" sz="1200">
                <a:latin typeface="+mj-lt"/>
                <a:cs typeface="+mj-lt"/>
              </a:rPr>
              <a:t>This system replicates real-world inventory scenarios in a distributed environment, featuring a robust database structure, simulated data distribution, and essential functionalities such as transaction management, reporting, and data fragmentation. Together, these components provide a comprehensive and efficient solution for multi-location inventory management.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altLang="en-US" sz="1200">
              <a:latin typeface="+mj-lt"/>
              <a:cs typeface="+mj-lt"/>
            </a:endParaRPr>
          </a:p>
        </p:txBody>
      </p:sp>
      <p:grpSp>
        <p:nvGrpSpPr>
          <p:cNvPr id="1369" name="Google Shape;1369;p72"/>
          <p:cNvGrpSpPr/>
          <p:nvPr/>
        </p:nvGrpSpPr>
        <p:grpSpPr>
          <a:xfrm>
            <a:off x="546677" y="1141228"/>
            <a:ext cx="1327047" cy="693670"/>
            <a:chOff x="1451727" y="1370811"/>
            <a:chExt cx="1327047" cy="693670"/>
          </a:xfrm>
        </p:grpSpPr>
        <p:sp>
          <p:nvSpPr>
            <p:cNvPr id="1370" name="Google Shape;1370;p72"/>
            <p:cNvSpPr/>
            <p:nvPr/>
          </p:nvSpPr>
          <p:spPr>
            <a:xfrm>
              <a:off x="1451727" y="1370811"/>
              <a:ext cx="1327047" cy="693670"/>
            </a:xfrm>
            <a:custGeom>
              <a:avLst/>
              <a:gdLst/>
              <a:ahLst/>
              <a:cxnLst/>
              <a:rect l="l" t="t" r="r" b="b"/>
              <a:pathLst>
                <a:path w="105363" h="55075" extrusionOk="0">
                  <a:moveTo>
                    <a:pt x="7413" y="0"/>
                  </a:moveTo>
                  <a:cubicBezTo>
                    <a:pt x="3320" y="0"/>
                    <a:pt x="0" y="3320"/>
                    <a:pt x="0" y="7397"/>
                  </a:cubicBezTo>
                  <a:lnTo>
                    <a:pt x="0" y="47678"/>
                  </a:lnTo>
                  <a:cubicBezTo>
                    <a:pt x="0" y="51755"/>
                    <a:pt x="3320" y="55074"/>
                    <a:pt x="7413" y="55074"/>
                  </a:cubicBezTo>
                  <a:lnTo>
                    <a:pt x="97950" y="55074"/>
                  </a:lnTo>
                  <a:cubicBezTo>
                    <a:pt x="102045" y="55074"/>
                    <a:pt x="105363" y="51755"/>
                    <a:pt x="105363" y="47678"/>
                  </a:cubicBezTo>
                  <a:lnTo>
                    <a:pt x="105363" y="7397"/>
                  </a:lnTo>
                  <a:cubicBezTo>
                    <a:pt x="105363" y="3320"/>
                    <a:pt x="102045" y="0"/>
                    <a:pt x="97950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72"/>
            <p:cNvSpPr/>
            <p:nvPr/>
          </p:nvSpPr>
          <p:spPr>
            <a:xfrm>
              <a:off x="1897124" y="1552443"/>
              <a:ext cx="746077" cy="85104"/>
            </a:xfrm>
            <a:custGeom>
              <a:avLst/>
              <a:gdLst/>
              <a:ahLst/>
              <a:cxnLst/>
              <a:rect l="l" t="t" r="r" b="b"/>
              <a:pathLst>
                <a:path w="59236" h="6757" extrusionOk="0">
                  <a:moveTo>
                    <a:pt x="1786" y="0"/>
                  </a:moveTo>
                  <a:cubicBezTo>
                    <a:pt x="792" y="0"/>
                    <a:pt x="0" y="809"/>
                    <a:pt x="0" y="1786"/>
                  </a:cubicBezTo>
                  <a:lnTo>
                    <a:pt x="0" y="4971"/>
                  </a:lnTo>
                  <a:cubicBezTo>
                    <a:pt x="0" y="5964"/>
                    <a:pt x="792" y="6757"/>
                    <a:pt x="1786" y="6757"/>
                  </a:cubicBezTo>
                  <a:lnTo>
                    <a:pt x="57432" y="6757"/>
                  </a:lnTo>
                  <a:cubicBezTo>
                    <a:pt x="58426" y="6757"/>
                    <a:pt x="59235" y="5964"/>
                    <a:pt x="59235" y="4971"/>
                  </a:cubicBezTo>
                  <a:lnTo>
                    <a:pt x="59235" y="1786"/>
                  </a:lnTo>
                  <a:cubicBezTo>
                    <a:pt x="59235" y="809"/>
                    <a:pt x="58426" y="0"/>
                    <a:pt x="57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72"/>
            <p:cNvSpPr/>
            <p:nvPr/>
          </p:nvSpPr>
          <p:spPr>
            <a:xfrm>
              <a:off x="1897124" y="1797731"/>
              <a:ext cx="746077" cy="85117"/>
            </a:xfrm>
            <a:custGeom>
              <a:avLst/>
              <a:gdLst/>
              <a:ahLst/>
              <a:cxnLst/>
              <a:rect l="l" t="t" r="r" b="b"/>
              <a:pathLst>
                <a:path w="59236" h="6758" extrusionOk="0">
                  <a:moveTo>
                    <a:pt x="1786" y="1"/>
                  </a:moveTo>
                  <a:cubicBezTo>
                    <a:pt x="792" y="1"/>
                    <a:pt x="0" y="809"/>
                    <a:pt x="0" y="1786"/>
                  </a:cubicBezTo>
                  <a:lnTo>
                    <a:pt x="0" y="4971"/>
                  </a:lnTo>
                  <a:cubicBezTo>
                    <a:pt x="0" y="5965"/>
                    <a:pt x="792" y="6757"/>
                    <a:pt x="1786" y="6757"/>
                  </a:cubicBezTo>
                  <a:lnTo>
                    <a:pt x="57432" y="6757"/>
                  </a:lnTo>
                  <a:cubicBezTo>
                    <a:pt x="58426" y="6757"/>
                    <a:pt x="59235" y="5965"/>
                    <a:pt x="59235" y="4971"/>
                  </a:cubicBezTo>
                  <a:lnTo>
                    <a:pt x="59235" y="1786"/>
                  </a:lnTo>
                  <a:cubicBezTo>
                    <a:pt x="59235" y="809"/>
                    <a:pt x="58426" y="1"/>
                    <a:pt x="574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72"/>
            <p:cNvSpPr/>
            <p:nvPr/>
          </p:nvSpPr>
          <p:spPr>
            <a:xfrm>
              <a:off x="1587325" y="1506409"/>
              <a:ext cx="177401" cy="177174"/>
            </a:xfrm>
            <a:custGeom>
              <a:avLst/>
              <a:gdLst/>
              <a:ahLst/>
              <a:cxnLst/>
              <a:rect l="l" t="t" r="r" b="b"/>
              <a:pathLst>
                <a:path w="14085" h="14067" extrusionOk="0">
                  <a:moveTo>
                    <a:pt x="3588" y="0"/>
                  </a:moveTo>
                  <a:cubicBezTo>
                    <a:pt x="1618" y="0"/>
                    <a:pt x="0" y="1600"/>
                    <a:pt x="0" y="3588"/>
                  </a:cubicBezTo>
                  <a:lnTo>
                    <a:pt x="0" y="10479"/>
                  </a:lnTo>
                  <a:cubicBezTo>
                    <a:pt x="0" y="12467"/>
                    <a:pt x="1618" y="14067"/>
                    <a:pt x="3588" y="14067"/>
                  </a:cubicBezTo>
                  <a:lnTo>
                    <a:pt x="10496" y="14067"/>
                  </a:lnTo>
                  <a:cubicBezTo>
                    <a:pt x="12467" y="14067"/>
                    <a:pt x="14085" y="12467"/>
                    <a:pt x="14085" y="10479"/>
                  </a:cubicBezTo>
                  <a:lnTo>
                    <a:pt x="14085" y="3588"/>
                  </a:lnTo>
                  <a:cubicBezTo>
                    <a:pt x="14085" y="1600"/>
                    <a:pt x="12467" y="0"/>
                    <a:pt x="104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72"/>
            <p:cNvSpPr/>
            <p:nvPr/>
          </p:nvSpPr>
          <p:spPr>
            <a:xfrm>
              <a:off x="1587325" y="1751696"/>
              <a:ext cx="177401" cy="177186"/>
            </a:xfrm>
            <a:custGeom>
              <a:avLst/>
              <a:gdLst/>
              <a:ahLst/>
              <a:cxnLst/>
              <a:rect l="l" t="t" r="r" b="b"/>
              <a:pathLst>
                <a:path w="14085" h="14068" extrusionOk="0">
                  <a:moveTo>
                    <a:pt x="3588" y="0"/>
                  </a:moveTo>
                  <a:cubicBezTo>
                    <a:pt x="1618" y="0"/>
                    <a:pt x="0" y="1600"/>
                    <a:pt x="0" y="3588"/>
                  </a:cubicBezTo>
                  <a:lnTo>
                    <a:pt x="0" y="10479"/>
                  </a:lnTo>
                  <a:cubicBezTo>
                    <a:pt x="0" y="12467"/>
                    <a:pt x="1618" y="14067"/>
                    <a:pt x="3588" y="14067"/>
                  </a:cubicBezTo>
                  <a:lnTo>
                    <a:pt x="10496" y="14067"/>
                  </a:lnTo>
                  <a:cubicBezTo>
                    <a:pt x="12467" y="14067"/>
                    <a:pt x="14085" y="12467"/>
                    <a:pt x="14085" y="10479"/>
                  </a:cubicBezTo>
                  <a:lnTo>
                    <a:pt x="14085" y="3588"/>
                  </a:lnTo>
                  <a:cubicBezTo>
                    <a:pt x="14085" y="1600"/>
                    <a:pt x="12467" y="0"/>
                    <a:pt x="104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72"/>
            <p:cNvSpPr/>
            <p:nvPr/>
          </p:nvSpPr>
          <p:spPr>
            <a:xfrm>
              <a:off x="1620211" y="1802492"/>
              <a:ext cx="111617" cy="75683"/>
            </a:xfrm>
            <a:custGeom>
              <a:avLst/>
              <a:gdLst/>
              <a:ahLst/>
              <a:cxnLst/>
              <a:rect l="l" t="t" r="r" b="b"/>
              <a:pathLst>
                <a:path w="8862" h="6009" extrusionOk="0">
                  <a:moveTo>
                    <a:pt x="8262" y="1"/>
                  </a:moveTo>
                  <a:cubicBezTo>
                    <a:pt x="8113" y="1"/>
                    <a:pt x="7968" y="60"/>
                    <a:pt x="7868" y="179"/>
                  </a:cubicBezTo>
                  <a:lnTo>
                    <a:pt x="3909" y="4728"/>
                  </a:lnTo>
                  <a:lnTo>
                    <a:pt x="944" y="2201"/>
                  </a:lnTo>
                  <a:cubicBezTo>
                    <a:pt x="838" y="2117"/>
                    <a:pt x="711" y="2075"/>
                    <a:pt x="587" y="2075"/>
                  </a:cubicBezTo>
                  <a:cubicBezTo>
                    <a:pt x="436" y="2075"/>
                    <a:pt x="288" y="2139"/>
                    <a:pt x="186" y="2268"/>
                  </a:cubicBezTo>
                  <a:cubicBezTo>
                    <a:pt x="0" y="2487"/>
                    <a:pt x="18" y="2824"/>
                    <a:pt x="254" y="3010"/>
                  </a:cubicBezTo>
                  <a:lnTo>
                    <a:pt x="3605" y="5874"/>
                  </a:lnTo>
                  <a:cubicBezTo>
                    <a:pt x="3707" y="5957"/>
                    <a:pt x="3841" y="6008"/>
                    <a:pt x="3960" y="6008"/>
                  </a:cubicBezTo>
                  <a:cubicBezTo>
                    <a:pt x="4111" y="6008"/>
                    <a:pt x="4263" y="5941"/>
                    <a:pt x="4364" y="5822"/>
                  </a:cubicBezTo>
                  <a:lnTo>
                    <a:pt x="8677" y="887"/>
                  </a:lnTo>
                  <a:cubicBezTo>
                    <a:pt x="8862" y="667"/>
                    <a:pt x="8846" y="330"/>
                    <a:pt x="8626" y="128"/>
                  </a:cubicBezTo>
                  <a:cubicBezTo>
                    <a:pt x="8518" y="43"/>
                    <a:pt x="8388" y="1"/>
                    <a:pt x="826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352EE">
                  <a:alpha val="15000"/>
                </a:srgb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72"/>
            <p:cNvSpPr/>
            <p:nvPr/>
          </p:nvSpPr>
          <p:spPr>
            <a:xfrm>
              <a:off x="1620211" y="1557154"/>
              <a:ext cx="111617" cy="75683"/>
            </a:xfrm>
            <a:custGeom>
              <a:avLst/>
              <a:gdLst/>
              <a:ahLst/>
              <a:cxnLst/>
              <a:rect l="l" t="t" r="r" b="b"/>
              <a:pathLst>
                <a:path w="8862" h="6009" extrusionOk="0">
                  <a:moveTo>
                    <a:pt x="8262" y="1"/>
                  </a:moveTo>
                  <a:cubicBezTo>
                    <a:pt x="8113" y="1"/>
                    <a:pt x="7968" y="60"/>
                    <a:pt x="7868" y="179"/>
                  </a:cubicBezTo>
                  <a:lnTo>
                    <a:pt x="3909" y="4728"/>
                  </a:lnTo>
                  <a:lnTo>
                    <a:pt x="944" y="2201"/>
                  </a:lnTo>
                  <a:cubicBezTo>
                    <a:pt x="838" y="2117"/>
                    <a:pt x="711" y="2075"/>
                    <a:pt x="587" y="2075"/>
                  </a:cubicBezTo>
                  <a:cubicBezTo>
                    <a:pt x="436" y="2075"/>
                    <a:pt x="288" y="2139"/>
                    <a:pt x="186" y="2268"/>
                  </a:cubicBezTo>
                  <a:cubicBezTo>
                    <a:pt x="0" y="2487"/>
                    <a:pt x="18" y="2824"/>
                    <a:pt x="254" y="3010"/>
                  </a:cubicBezTo>
                  <a:lnTo>
                    <a:pt x="3605" y="5874"/>
                  </a:lnTo>
                  <a:cubicBezTo>
                    <a:pt x="3707" y="5957"/>
                    <a:pt x="3841" y="6008"/>
                    <a:pt x="3960" y="6008"/>
                  </a:cubicBezTo>
                  <a:cubicBezTo>
                    <a:pt x="4111" y="6008"/>
                    <a:pt x="4263" y="5941"/>
                    <a:pt x="4364" y="5822"/>
                  </a:cubicBezTo>
                  <a:lnTo>
                    <a:pt x="8677" y="887"/>
                  </a:lnTo>
                  <a:cubicBezTo>
                    <a:pt x="8862" y="667"/>
                    <a:pt x="8846" y="330"/>
                    <a:pt x="8626" y="128"/>
                  </a:cubicBezTo>
                  <a:cubicBezTo>
                    <a:pt x="8518" y="43"/>
                    <a:pt x="8388" y="1"/>
                    <a:pt x="826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352EE">
                  <a:alpha val="15000"/>
                </a:srgb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7" name="Google Shape;1377;p72"/>
          <p:cNvGrpSpPr/>
          <p:nvPr/>
        </p:nvGrpSpPr>
        <p:grpSpPr>
          <a:xfrm>
            <a:off x="6557765" y="4291545"/>
            <a:ext cx="1640975" cy="472325"/>
            <a:chOff x="4369200" y="2990825"/>
            <a:chExt cx="1640975" cy="472325"/>
          </a:xfrm>
        </p:grpSpPr>
        <p:sp>
          <p:nvSpPr>
            <p:cNvPr id="1378" name="Google Shape;1378;p72"/>
            <p:cNvSpPr/>
            <p:nvPr/>
          </p:nvSpPr>
          <p:spPr>
            <a:xfrm>
              <a:off x="4369200" y="2990825"/>
              <a:ext cx="1640975" cy="472325"/>
            </a:xfrm>
            <a:custGeom>
              <a:avLst/>
              <a:gdLst/>
              <a:ahLst/>
              <a:cxnLst/>
              <a:rect l="l" t="t" r="r" b="b"/>
              <a:pathLst>
                <a:path w="65639" h="18893" extrusionOk="0">
                  <a:moveTo>
                    <a:pt x="2775" y="1"/>
                  </a:moveTo>
                  <a:cubicBezTo>
                    <a:pt x="1247" y="1"/>
                    <a:pt x="0" y="1264"/>
                    <a:pt x="0" y="2792"/>
                  </a:cubicBezTo>
                  <a:lnTo>
                    <a:pt x="0" y="16103"/>
                  </a:lnTo>
                  <a:cubicBezTo>
                    <a:pt x="0" y="17646"/>
                    <a:pt x="1247" y="18893"/>
                    <a:pt x="2775" y="18893"/>
                  </a:cubicBezTo>
                  <a:lnTo>
                    <a:pt x="62849" y="18893"/>
                  </a:lnTo>
                  <a:cubicBezTo>
                    <a:pt x="64391" y="18893"/>
                    <a:pt x="65638" y="17646"/>
                    <a:pt x="65638" y="16103"/>
                  </a:cubicBezTo>
                  <a:lnTo>
                    <a:pt x="65638" y="2792"/>
                  </a:lnTo>
                  <a:cubicBezTo>
                    <a:pt x="65638" y="1264"/>
                    <a:pt x="64391" y="1"/>
                    <a:pt x="628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72"/>
            <p:cNvSpPr/>
            <p:nvPr/>
          </p:nvSpPr>
          <p:spPr>
            <a:xfrm>
              <a:off x="4472075" y="3069350"/>
              <a:ext cx="345275" cy="315275"/>
            </a:xfrm>
            <a:custGeom>
              <a:avLst/>
              <a:gdLst/>
              <a:ahLst/>
              <a:cxnLst/>
              <a:rect l="l" t="t" r="r" b="b"/>
              <a:pathLst>
                <a:path w="13811" h="12611" extrusionOk="0">
                  <a:moveTo>
                    <a:pt x="6907" y="1"/>
                  </a:moveTo>
                  <a:cubicBezTo>
                    <a:pt x="5296" y="1"/>
                    <a:pt x="3687" y="617"/>
                    <a:pt x="2463" y="1848"/>
                  </a:cubicBezTo>
                  <a:cubicBezTo>
                    <a:pt x="1" y="4311"/>
                    <a:pt x="1" y="8301"/>
                    <a:pt x="2463" y="10764"/>
                  </a:cubicBezTo>
                  <a:cubicBezTo>
                    <a:pt x="3687" y="11995"/>
                    <a:pt x="5296" y="12611"/>
                    <a:pt x="6907" y="12611"/>
                  </a:cubicBezTo>
                  <a:cubicBezTo>
                    <a:pt x="8518" y="12611"/>
                    <a:pt x="10132" y="11995"/>
                    <a:pt x="11363" y="10764"/>
                  </a:cubicBezTo>
                  <a:cubicBezTo>
                    <a:pt x="13811" y="8301"/>
                    <a:pt x="13811" y="4311"/>
                    <a:pt x="11363" y="1848"/>
                  </a:cubicBezTo>
                  <a:cubicBezTo>
                    <a:pt x="10132" y="617"/>
                    <a:pt x="8518" y="1"/>
                    <a:pt x="6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72"/>
            <p:cNvSpPr/>
            <p:nvPr/>
          </p:nvSpPr>
          <p:spPr>
            <a:xfrm>
              <a:off x="4928000" y="3144375"/>
              <a:ext cx="579100" cy="49125"/>
            </a:xfrm>
            <a:custGeom>
              <a:avLst/>
              <a:gdLst/>
              <a:ahLst/>
              <a:cxnLst/>
              <a:rect l="l" t="t" r="r" b="b"/>
              <a:pathLst>
                <a:path w="23164" h="1965" extrusionOk="0">
                  <a:moveTo>
                    <a:pt x="998" y="0"/>
                  </a:moveTo>
                  <a:cubicBezTo>
                    <a:pt x="452" y="0"/>
                    <a:pt x="1" y="437"/>
                    <a:pt x="1" y="983"/>
                  </a:cubicBezTo>
                  <a:cubicBezTo>
                    <a:pt x="1" y="1528"/>
                    <a:pt x="452" y="1964"/>
                    <a:pt x="998" y="1964"/>
                  </a:cubicBezTo>
                  <a:lnTo>
                    <a:pt x="22181" y="1964"/>
                  </a:lnTo>
                  <a:cubicBezTo>
                    <a:pt x="22727" y="1964"/>
                    <a:pt x="23163" y="1528"/>
                    <a:pt x="23163" y="983"/>
                  </a:cubicBezTo>
                  <a:cubicBezTo>
                    <a:pt x="23163" y="437"/>
                    <a:pt x="22727" y="0"/>
                    <a:pt x="22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72"/>
            <p:cNvSpPr/>
            <p:nvPr/>
          </p:nvSpPr>
          <p:spPr>
            <a:xfrm>
              <a:off x="5569800" y="3144375"/>
              <a:ext cx="289950" cy="49125"/>
            </a:xfrm>
            <a:custGeom>
              <a:avLst/>
              <a:gdLst/>
              <a:ahLst/>
              <a:cxnLst/>
              <a:rect l="l" t="t" r="r" b="b"/>
              <a:pathLst>
                <a:path w="11598" h="1965" extrusionOk="0">
                  <a:moveTo>
                    <a:pt x="983" y="0"/>
                  </a:moveTo>
                  <a:cubicBezTo>
                    <a:pt x="437" y="0"/>
                    <a:pt x="0" y="437"/>
                    <a:pt x="0" y="983"/>
                  </a:cubicBezTo>
                  <a:cubicBezTo>
                    <a:pt x="0" y="1528"/>
                    <a:pt x="437" y="1964"/>
                    <a:pt x="983" y="1964"/>
                  </a:cubicBezTo>
                  <a:lnTo>
                    <a:pt x="10616" y="1964"/>
                  </a:lnTo>
                  <a:cubicBezTo>
                    <a:pt x="11161" y="1964"/>
                    <a:pt x="11597" y="1528"/>
                    <a:pt x="11597" y="983"/>
                  </a:cubicBezTo>
                  <a:cubicBezTo>
                    <a:pt x="11597" y="437"/>
                    <a:pt x="11161" y="0"/>
                    <a:pt x="106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72"/>
            <p:cNvSpPr/>
            <p:nvPr/>
          </p:nvSpPr>
          <p:spPr>
            <a:xfrm>
              <a:off x="4928000" y="3268700"/>
              <a:ext cx="346850" cy="49500"/>
            </a:xfrm>
            <a:custGeom>
              <a:avLst/>
              <a:gdLst/>
              <a:ahLst/>
              <a:cxnLst/>
              <a:rect l="l" t="t" r="r" b="b"/>
              <a:pathLst>
                <a:path w="13874" h="1980" extrusionOk="0">
                  <a:moveTo>
                    <a:pt x="998" y="0"/>
                  </a:moveTo>
                  <a:cubicBezTo>
                    <a:pt x="452" y="0"/>
                    <a:pt x="1" y="437"/>
                    <a:pt x="1" y="982"/>
                  </a:cubicBezTo>
                  <a:cubicBezTo>
                    <a:pt x="1" y="1528"/>
                    <a:pt x="452" y="1979"/>
                    <a:pt x="998" y="1979"/>
                  </a:cubicBezTo>
                  <a:lnTo>
                    <a:pt x="12891" y="1979"/>
                  </a:lnTo>
                  <a:cubicBezTo>
                    <a:pt x="13437" y="1979"/>
                    <a:pt x="13873" y="1528"/>
                    <a:pt x="13873" y="982"/>
                  </a:cubicBezTo>
                  <a:cubicBezTo>
                    <a:pt x="13873" y="437"/>
                    <a:pt x="13437" y="0"/>
                    <a:pt x="128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" name="Google Shape;1383;p72"/>
          <p:cNvGrpSpPr/>
          <p:nvPr/>
        </p:nvGrpSpPr>
        <p:grpSpPr>
          <a:xfrm>
            <a:off x="7580647" y="4251472"/>
            <a:ext cx="643280" cy="644532"/>
            <a:chOff x="1453175" y="2049775"/>
            <a:chExt cx="1194800" cy="1197125"/>
          </a:xfrm>
        </p:grpSpPr>
        <p:sp>
          <p:nvSpPr>
            <p:cNvPr id="1384" name="Google Shape;1384;p72"/>
            <p:cNvSpPr/>
            <p:nvPr/>
          </p:nvSpPr>
          <p:spPr>
            <a:xfrm>
              <a:off x="1453175" y="2049775"/>
              <a:ext cx="1194800" cy="1197125"/>
            </a:xfrm>
            <a:custGeom>
              <a:avLst/>
              <a:gdLst/>
              <a:ahLst/>
              <a:cxnLst/>
              <a:rect l="l" t="t" r="r" b="b"/>
              <a:pathLst>
                <a:path w="47792" h="47885" extrusionOk="0">
                  <a:moveTo>
                    <a:pt x="4631" y="0"/>
                  </a:moveTo>
                  <a:cubicBezTo>
                    <a:pt x="2075" y="0"/>
                    <a:pt x="1" y="2089"/>
                    <a:pt x="1" y="4645"/>
                  </a:cubicBezTo>
                  <a:lnTo>
                    <a:pt x="1" y="43239"/>
                  </a:lnTo>
                  <a:cubicBezTo>
                    <a:pt x="1" y="45796"/>
                    <a:pt x="2075" y="47885"/>
                    <a:pt x="4631" y="47885"/>
                  </a:cubicBezTo>
                  <a:lnTo>
                    <a:pt x="43147" y="47885"/>
                  </a:lnTo>
                  <a:cubicBezTo>
                    <a:pt x="45703" y="47885"/>
                    <a:pt x="47792" y="45796"/>
                    <a:pt x="47792" y="43239"/>
                  </a:cubicBezTo>
                  <a:lnTo>
                    <a:pt x="47792" y="4645"/>
                  </a:lnTo>
                  <a:cubicBezTo>
                    <a:pt x="47792" y="2089"/>
                    <a:pt x="45703" y="0"/>
                    <a:pt x="431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3840000" algn="bl" rotWithShape="0">
                <a:schemeClr val="dk1">
                  <a:alpha val="3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72"/>
            <p:cNvSpPr/>
            <p:nvPr/>
          </p:nvSpPr>
          <p:spPr>
            <a:xfrm>
              <a:off x="1499575" y="2096525"/>
              <a:ext cx="1102050" cy="1103975"/>
            </a:xfrm>
            <a:custGeom>
              <a:avLst/>
              <a:gdLst/>
              <a:ahLst/>
              <a:cxnLst/>
              <a:rect l="l" t="t" r="r" b="b"/>
              <a:pathLst>
                <a:path w="44082" h="44159" extrusionOk="0">
                  <a:moveTo>
                    <a:pt x="2775" y="1"/>
                  </a:moveTo>
                  <a:cubicBezTo>
                    <a:pt x="1247" y="1"/>
                    <a:pt x="0" y="1248"/>
                    <a:pt x="0" y="2775"/>
                  </a:cubicBezTo>
                  <a:lnTo>
                    <a:pt x="0" y="41369"/>
                  </a:lnTo>
                  <a:cubicBezTo>
                    <a:pt x="0" y="42897"/>
                    <a:pt x="1247" y="44159"/>
                    <a:pt x="2775" y="44159"/>
                  </a:cubicBezTo>
                  <a:lnTo>
                    <a:pt x="41291" y="44159"/>
                  </a:lnTo>
                  <a:cubicBezTo>
                    <a:pt x="42818" y="44159"/>
                    <a:pt x="44081" y="42897"/>
                    <a:pt x="44081" y="41369"/>
                  </a:cubicBezTo>
                  <a:lnTo>
                    <a:pt x="44081" y="2775"/>
                  </a:lnTo>
                  <a:cubicBezTo>
                    <a:pt x="44081" y="1248"/>
                    <a:pt x="42818" y="1"/>
                    <a:pt x="41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72"/>
            <p:cNvSpPr/>
            <p:nvPr/>
          </p:nvSpPr>
          <p:spPr>
            <a:xfrm>
              <a:off x="1499575" y="2316300"/>
              <a:ext cx="1102050" cy="884200"/>
            </a:xfrm>
            <a:custGeom>
              <a:avLst/>
              <a:gdLst/>
              <a:ahLst/>
              <a:cxnLst/>
              <a:rect l="l" t="t" r="r" b="b"/>
              <a:pathLst>
                <a:path w="44082" h="35368" extrusionOk="0">
                  <a:moveTo>
                    <a:pt x="13826" y="1"/>
                  </a:moveTo>
                  <a:lnTo>
                    <a:pt x="0" y="20654"/>
                  </a:lnTo>
                  <a:lnTo>
                    <a:pt x="0" y="32578"/>
                  </a:lnTo>
                  <a:cubicBezTo>
                    <a:pt x="0" y="34106"/>
                    <a:pt x="1247" y="35368"/>
                    <a:pt x="2775" y="35368"/>
                  </a:cubicBezTo>
                  <a:lnTo>
                    <a:pt x="41291" y="35368"/>
                  </a:lnTo>
                  <a:cubicBezTo>
                    <a:pt x="42818" y="35368"/>
                    <a:pt x="44081" y="34106"/>
                    <a:pt x="44081" y="32578"/>
                  </a:cubicBezTo>
                  <a:lnTo>
                    <a:pt x="44081" y="26733"/>
                  </a:lnTo>
                  <a:lnTo>
                    <a:pt x="34370" y="12221"/>
                  </a:lnTo>
                  <a:lnTo>
                    <a:pt x="28182" y="21449"/>
                  </a:lnTo>
                  <a:lnTo>
                    <a:pt x="27652" y="20670"/>
                  </a:lnTo>
                  <a:lnTo>
                    <a:pt x="138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72"/>
            <p:cNvSpPr/>
            <p:nvPr/>
          </p:nvSpPr>
          <p:spPr>
            <a:xfrm>
              <a:off x="2133200" y="2241875"/>
              <a:ext cx="254100" cy="254500"/>
            </a:xfrm>
            <a:custGeom>
              <a:avLst/>
              <a:gdLst/>
              <a:ahLst/>
              <a:cxnLst/>
              <a:rect l="l" t="t" r="r" b="b"/>
              <a:pathLst>
                <a:path w="10164" h="10180" extrusionOk="0">
                  <a:moveTo>
                    <a:pt x="5082" y="0"/>
                  </a:moveTo>
                  <a:cubicBezTo>
                    <a:pt x="2276" y="0"/>
                    <a:pt x="0" y="2276"/>
                    <a:pt x="0" y="5098"/>
                  </a:cubicBezTo>
                  <a:cubicBezTo>
                    <a:pt x="0" y="7904"/>
                    <a:pt x="2276" y="10179"/>
                    <a:pt x="5082" y="10179"/>
                  </a:cubicBezTo>
                  <a:cubicBezTo>
                    <a:pt x="7888" y="10179"/>
                    <a:pt x="10163" y="7904"/>
                    <a:pt x="10163" y="5098"/>
                  </a:cubicBezTo>
                  <a:cubicBezTo>
                    <a:pt x="10163" y="2276"/>
                    <a:pt x="7888" y="0"/>
                    <a:pt x="50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bg1"/>
                </a:solidFill>
              </a:rPr>
              <a:t>Developed a comprehensive schema incorporating tables for locations, products, and inventory.</a:t>
            </a:r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Database Schema </a:t>
            </a:r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Database Schema</a:t>
            </a:r>
            <a:r>
              <a:rPr lang="en-US" sz="2000" b="1"/>
              <a:t> 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Box 0"/>
          <p:cNvSpPr txBox="1"/>
          <p:nvPr/>
        </p:nvSpPr>
        <p:spPr>
          <a:xfrm>
            <a:off x="971550" y="1131570"/>
            <a:ext cx="6805930" cy="314198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1800" b="1">
                <a:solidFill>
                  <a:schemeClr val="tx2">
                    <a:lumMod val="75000"/>
                  </a:schemeClr>
                </a:solidFill>
              </a:rPr>
              <a:t>Database and Table Creation:</a:t>
            </a:r>
          </a:p>
          <a:p>
            <a:pPr>
              <a:buAutoNum type="arabicPeriod"/>
            </a:pPr>
            <a:r>
              <a:rPr lang="en-US" altLang="zh-CN" sz="1300" b="1"/>
              <a:t>Main Database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300"/>
              <a:t> Created the database: MultiSiteInventory.</a:t>
            </a:r>
          </a:p>
          <a:p>
            <a:pPr lvl="1">
              <a:buFont typeface="Arial" panose="020B0604020202020204"/>
              <a:buChar char="◦"/>
            </a:pPr>
            <a:endParaRPr lang="en-US" altLang="zh-CN" sz="1300"/>
          </a:p>
          <a:p>
            <a:pPr>
              <a:buAutoNum type="arabicPeriod"/>
            </a:pPr>
            <a:r>
              <a:rPr lang="en-US" altLang="zh-CN" sz="1300" b="1"/>
              <a:t>Core Tables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300"/>
              <a:t>Locations Table: Stores details of inventory locations (LocatioID, LocationName , Address).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300"/>
              <a:t>Products Table: Stores product details such as( </a:t>
            </a:r>
            <a:r>
              <a:rPr lang="en-US" altLang="zh-CN" sz="1300">
                <a:sym typeface="+mn-ea"/>
              </a:rPr>
              <a:t>ProductID, </a:t>
            </a:r>
            <a:r>
              <a:rPr lang="en-US" altLang="zh-CN" sz="1300"/>
              <a:t>Product Name, Category, and Price).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300"/>
              <a:t>Inventory Table: Tracks the quantities of products at specific locations.</a:t>
            </a:r>
          </a:p>
          <a:p>
            <a:pPr lvl="1">
              <a:buFont typeface="Arial" panose="020B0604020202020204"/>
              <a:buChar char="◦"/>
            </a:pPr>
            <a:endParaRPr lang="en-US" altLang="zh-CN" sz="1300"/>
          </a:p>
          <a:p>
            <a:pPr>
              <a:buAutoNum type="arabicPeriod"/>
            </a:pPr>
            <a:r>
              <a:rPr lang="en-US" altLang="zh-CN" sz="1300" b="1"/>
              <a:t>Sample Data Population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300"/>
              <a:t>Added 10 locations to the Locations table.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300"/>
              <a:t>Added 10 products to the Products table.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300"/>
              <a:t>Inserted inventory records linking locations and products into the Inventory table.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Database Schema</a:t>
            </a:r>
            <a:r>
              <a:rPr lang="en-US" sz="2000" b="1"/>
              <a:t> 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744795" y="400103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 bright="6000"/>
          </a:blip>
          <a:srcRect l="3054" t="43" r="2227" b="7330"/>
          <a:stretch>
            <a:fillRect/>
          </a:stretch>
        </p:blipFill>
        <p:spPr>
          <a:xfrm>
            <a:off x="1187450" y="1203325"/>
            <a:ext cx="6696710" cy="2736215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Data Distribution</a:t>
            </a:r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2920365" y="3218815"/>
            <a:ext cx="3373755" cy="713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300"/>
              <a:t>Simulated a distributed database environment by utilizing schemas to represent inventory at different locations.</a:t>
            </a:r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Data Distribution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Box 0"/>
          <p:cNvSpPr txBox="1"/>
          <p:nvPr/>
        </p:nvSpPr>
        <p:spPr>
          <a:xfrm>
            <a:off x="971550" y="1131570"/>
            <a:ext cx="6794500" cy="334899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2">
                    <a:lumMod val="75000"/>
                  </a:schemeClr>
                </a:solidFill>
              </a:rPr>
              <a:t>2. Simulated Data Distribution</a:t>
            </a:r>
          </a:p>
          <a:p>
            <a:pPr>
              <a:spcAft>
                <a:spcPct val="60000"/>
              </a:spcAft>
            </a:pPr>
            <a:r>
              <a:rPr lang="en-US" altLang="en-US" sz="1300" b="1"/>
              <a:t>1.Created Separate Schemas:</a:t>
            </a:r>
          </a:p>
          <a:p>
            <a:pPr marL="628650" lvl="3" indent="-1714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LocationA schema for inventory at one location.</a:t>
            </a:r>
          </a:p>
          <a:p>
            <a:pPr marL="628650" lvl="3" indent="-1714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LocationB schema for inventory at another location.</a:t>
            </a:r>
          </a:p>
          <a:p>
            <a:pPr>
              <a:spcAft>
                <a:spcPct val="60000"/>
              </a:spcAft>
            </a:pPr>
            <a:r>
              <a:rPr lang="en-US" altLang="en-US" sz="1300" b="1"/>
              <a:t>2. Created Inventory Tables Within Schemas:</a:t>
            </a:r>
          </a:p>
          <a:p>
            <a:pPr marL="628650" lvl="1" indent="-1714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LocationA.Inventory: Tracks product inventory for LocationA.</a:t>
            </a:r>
          </a:p>
          <a:p>
            <a:pPr marL="628650" lvl="1" indent="-1714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LocationB.Inventory: Tracks product inventory for LocationB.</a:t>
            </a:r>
          </a:p>
          <a:p>
            <a:pPr>
              <a:spcAft>
                <a:spcPct val="60000"/>
              </a:spcAft>
            </a:pPr>
            <a:r>
              <a:rPr lang="en-US" altLang="en-US" sz="1300" b="1"/>
              <a:t>3.Inserted Data into Schema-Specific Tables:</a:t>
            </a: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Populated LocationA.Inventory with products and their quantities.</a:t>
            </a: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Populated LocationB.Inventory with different sets of products and quantities</a:t>
            </a:r>
            <a:r>
              <a:rPr lang="en-US" altLang="zh-CN" sz="12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2" name="Google Shape;2332;p95"/>
          <p:cNvGrpSpPr/>
          <p:nvPr/>
        </p:nvGrpSpPr>
        <p:grpSpPr>
          <a:xfrm>
            <a:off x="304800" y="1147445"/>
            <a:ext cx="8575040" cy="3491865"/>
            <a:chOff x="952499" y="1418400"/>
            <a:chExt cx="7240638" cy="3108284"/>
          </a:xfrm>
        </p:grpSpPr>
        <p:grpSp>
          <p:nvGrpSpPr>
            <p:cNvPr id="2333" name="Google Shape;2333;p95"/>
            <p:cNvGrpSpPr/>
            <p:nvPr/>
          </p:nvGrpSpPr>
          <p:grpSpPr>
            <a:xfrm>
              <a:off x="952499" y="1418400"/>
              <a:ext cx="2299225" cy="3108284"/>
              <a:chOff x="486919" y="1114962"/>
              <a:chExt cx="2619901" cy="3541800"/>
            </a:xfrm>
          </p:grpSpPr>
          <p:sp>
            <p:nvSpPr>
              <p:cNvPr id="2334" name="Google Shape;2334;p95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95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36" name="Google Shape;2336;p95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2337" name="Google Shape;2337;p95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8" name="Google Shape;2338;p95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9" name="Google Shape;2339;p95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40" name="Google Shape;2340;p95"/>
            <p:cNvGrpSpPr/>
            <p:nvPr/>
          </p:nvGrpSpPr>
          <p:grpSpPr>
            <a:xfrm>
              <a:off x="3423211" y="1418400"/>
              <a:ext cx="2299225" cy="3108284"/>
              <a:chOff x="486919" y="1114962"/>
              <a:chExt cx="2619901" cy="3541800"/>
            </a:xfrm>
          </p:grpSpPr>
          <p:sp>
            <p:nvSpPr>
              <p:cNvPr id="2341" name="Google Shape;2341;p95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95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43" name="Google Shape;2343;p95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2344" name="Google Shape;2344;p95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5" name="Google Shape;2345;p95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6" name="Google Shape;2346;p95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47" name="Google Shape;2347;p95"/>
            <p:cNvGrpSpPr/>
            <p:nvPr/>
          </p:nvGrpSpPr>
          <p:grpSpPr>
            <a:xfrm>
              <a:off x="5893911" y="1418400"/>
              <a:ext cx="2299225" cy="3108284"/>
              <a:chOff x="486919" y="1114962"/>
              <a:chExt cx="2619901" cy="3541800"/>
            </a:xfrm>
          </p:grpSpPr>
          <p:sp>
            <p:nvSpPr>
              <p:cNvPr id="2348" name="Google Shape;2348;p95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95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50" name="Google Shape;2350;p95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2351" name="Google Shape;2351;p95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2" name="Google Shape;2352;p95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3" name="Google Shape;2353;p95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354" name="Google Shape;2354;p95"/>
          <p:cNvSpPr/>
          <p:nvPr/>
        </p:nvSpPr>
        <p:spPr>
          <a:xfrm>
            <a:off x="720192" y="165102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bg1"/>
                </a:solidFill>
              </a:rPr>
              <a:t>Product</a:t>
            </a:r>
          </a:p>
        </p:txBody>
      </p:sp>
      <p:sp>
        <p:nvSpPr>
          <p:cNvPr id="2355" name="Google Shape;2355;p95"/>
          <p:cNvSpPr/>
          <p:nvPr/>
        </p:nvSpPr>
        <p:spPr>
          <a:xfrm>
            <a:off x="3708219" y="165102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bg1"/>
                </a:solidFill>
              </a:rPr>
              <a:t>Location</a:t>
            </a:r>
          </a:p>
        </p:txBody>
      </p:sp>
      <p:sp>
        <p:nvSpPr>
          <p:cNvPr id="2356" name="Google Shape;2356;p95"/>
          <p:cNvSpPr/>
          <p:nvPr/>
        </p:nvSpPr>
        <p:spPr>
          <a:xfrm>
            <a:off x="6680949" y="166880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bg1"/>
                </a:solidFill>
              </a:rPr>
              <a:t>Inventory</a:t>
            </a:r>
          </a:p>
        </p:txBody>
      </p:sp>
      <p:sp>
        <p:nvSpPr>
          <p:cNvPr id="2358" name="Google Shape;2358;p95"/>
          <p:cNvSpPr txBox="1">
            <a:spLocks noGrp="1"/>
          </p:cNvSpPr>
          <p:nvPr>
            <p:ph type="title"/>
          </p:nvPr>
        </p:nvSpPr>
        <p:spPr>
          <a:xfrm>
            <a:off x="720000" y="6308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</a:t>
            </a:r>
            <a:r>
              <a:rPr lang="en-US" altLang="en-GB"/>
              <a:t>t Put</a:t>
            </a:r>
          </a:p>
        </p:txBody>
      </p:sp>
      <p:grpSp>
        <p:nvGrpSpPr>
          <p:cNvPr id="2361" name="Google Shape;2361;p95"/>
          <p:cNvGrpSpPr/>
          <p:nvPr/>
        </p:nvGrpSpPr>
        <p:grpSpPr>
          <a:xfrm>
            <a:off x="665550" y="1203505"/>
            <a:ext cx="8137838" cy="2999756"/>
            <a:chOff x="2365125" y="1413225"/>
            <a:chExt cx="8137838" cy="2999756"/>
          </a:xfrm>
        </p:grpSpPr>
        <p:sp>
          <p:nvSpPr>
            <p:cNvPr id="2362" name="Google Shape;2362;p95"/>
            <p:cNvSpPr/>
            <p:nvPr/>
          </p:nvSpPr>
          <p:spPr>
            <a:xfrm>
              <a:off x="2365125" y="4162745"/>
              <a:ext cx="250781" cy="250235"/>
            </a:xfrm>
            <a:custGeom>
              <a:avLst/>
              <a:gdLst/>
              <a:ahLst/>
              <a:cxnLst/>
              <a:rect l="l" t="t" r="r" b="b"/>
              <a:pathLst>
                <a:path w="14257" h="14226" extrusionOk="0">
                  <a:moveTo>
                    <a:pt x="7160" y="4895"/>
                  </a:moveTo>
                  <a:cubicBezTo>
                    <a:pt x="8066" y="4895"/>
                    <a:pt x="8891" y="5467"/>
                    <a:pt x="9180" y="6383"/>
                  </a:cubicBezTo>
                  <a:cubicBezTo>
                    <a:pt x="9575" y="7508"/>
                    <a:pt x="8967" y="8724"/>
                    <a:pt x="7812" y="9119"/>
                  </a:cubicBezTo>
                  <a:cubicBezTo>
                    <a:pt x="7591" y="9191"/>
                    <a:pt x="7367" y="9225"/>
                    <a:pt x="7145" y="9225"/>
                  </a:cubicBezTo>
                  <a:cubicBezTo>
                    <a:pt x="6241" y="9225"/>
                    <a:pt x="5394" y="8655"/>
                    <a:pt x="5077" y="7751"/>
                  </a:cubicBezTo>
                  <a:cubicBezTo>
                    <a:pt x="4712" y="6596"/>
                    <a:pt x="5320" y="5380"/>
                    <a:pt x="6444" y="5016"/>
                  </a:cubicBezTo>
                  <a:cubicBezTo>
                    <a:pt x="6683" y="4934"/>
                    <a:pt x="6924" y="4895"/>
                    <a:pt x="7160" y="4895"/>
                  </a:cubicBezTo>
                  <a:close/>
                  <a:moveTo>
                    <a:pt x="6080" y="0"/>
                  </a:moveTo>
                  <a:lnTo>
                    <a:pt x="3526" y="851"/>
                  </a:lnTo>
                  <a:lnTo>
                    <a:pt x="4226" y="2827"/>
                  </a:lnTo>
                  <a:cubicBezTo>
                    <a:pt x="3830" y="3101"/>
                    <a:pt x="3526" y="3374"/>
                    <a:pt x="3222" y="3709"/>
                  </a:cubicBezTo>
                  <a:lnTo>
                    <a:pt x="1368" y="2797"/>
                  </a:lnTo>
                  <a:lnTo>
                    <a:pt x="183" y="5228"/>
                  </a:lnTo>
                  <a:lnTo>
                    <a:pt x="2037" y="6140"/>
                  </a:lnTo>
                  <a:cubicBezTo>
                    <a:pt x="1976" y="6566"/>
                    <a:pt x="1946" y="7022"/>
                    <a:pt x="1976" y="7478"/>
                  </a:cubicBezTo>
                  <a:lnTo>
                    <a:pt x="0" y="8146"/>
                  </a:lnTo>
                  <a:lnTo>
                    <a:pt x="852" y="10700"/>
                  </a:lnTo>
                  <a:lnTo>
                    <a:pt x="2827" y="10031"/>
                  </a:lnTo>
                  <a:cubicBezTo>
                    <a:pt x="3101" y="10396"/>
                    <a:pt x="3374" y="10700"/>
                    <a:pt x="3709" y="11004"/>
                  </a:cubicBezTo>
                  <a:lnTo>
                    <a:pt x="2797" y="12858"/>
                  </a:lnTo>
                  <a:lnTo>
                    <a:pt x="5229" y="14043"/>
                  </a:lnTo>
                  <a:lnTo>
                    <a:pt x="6140" y="12189"/>
                  </a:lnTo>
                  <a:cubicBezTo>
                    <a:pt x="6441" y="12232"/>
                    <a:pt x="6757" y="12275"/>
                    <a:pt x="7078" y="12275"/>
                  </a:cubicBezTo>
                  <a:cubicBezTo>
                    <a:pt x="7211" y="12275"/>
                    <a:pt x="7344" y="12268"/>
                    <a:pt x="7478" y="12250"/>
                  </a:cubicBezTo>
                  <a:lnTo>
                    <a:pt x="8147" y="14225"/>
                  </a:lnTo>
                  <a:lnTo>
                    <a:pt x="10700" y="13374"/>
                  </a:lnTo>
                  <a:lnTo>
                    <a:pt x="10031" y="11399"/>
                  </a:lnTo>
                  <a:cubicBezTo>
                    <a:pt x="10396" y="11125"/>
                    <a:pt x="10700" y="10852"/>
                    <a:pt x="11004" y="10517"/>
                  </a:cubicBezTo>
                  <a:lnTo>
                    <a:pt x="12858" y="11429"/>
                  </a:lnTo>
                  <a:lnTo>
                    <a:pt x="14043" y="8997"/>
                  </a:lnTo>
                  <a:lnTo>
                    <a:pt x="12189" y="8086"/>
                  </a:lnTo>
                  <a:cubicBezTo>
                    <a:pt x="12280" y="7660"/>
                    <a:pt x="12311" y="7204"/>
                    <a:pt x="12280" y="6748"/>
                  </a:cubicBezTo>
                  <a:lnTo>
                    <a:pt x="14256" y="6079"/>
                  </a:lnTo>
                  <a:lnTo>
                    <a:pt x="13375" y="3526"/>
                  </a:lnTo>
                  <a:lnTo>
                    <a:pt x="11399" y="4195"/>
                  </a:lnTo>
                  <a:cubicBezTo>
                    <a:pt x="11125" y="3830"/>
                    <a:pt x="10852" y="3526"/>
                    <a:pt x="10517" y="3222"/>
                  </a:cubicBezTo>
                  <a:lnTo>
                    <a:pt x="11429" y="1368"/>
                  </a:lnTo>
                  <a:lnTo>
                    <a:pt x="8998" y="183"/>
                  </a:lnTo>
                  <a:lnTo>
                    <a:pt x="8086" y="2037"/>
                  </a:lnTo>
                  <a:cubicBezTo>
                    <a:pt x="7785" y="1994"/>
                    <a:pt x="7469" y="1951"/>
                    <a:pt x="7148" y="1951"/>
                  </a:cubicBezTo>
                  <a:cubicBezTo>
                    <a:pt x="7015" y="1951"/>
                    <a:pt x="6882" y="1958"/>
                    <a:pt x="6748" y="1976"/>
                  </a:cubicBezTo>
                  <a:lnTo>
                    <a:pt x="60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95"/>
            <p:cNvSpPr/>
            <p:nvPr/>
          </p:nvSpPr>
          <p:spPr>
            <a:xfrm>
              <a:off x="10252188" y="1413225"/>
              <a:ext cx="250775" cy="250775"/>
            </a:xfrm>
            <a:custGeom>
              <a:avLst/>
              <a:gdLst/>
              <a:ahLst/>
              <a:cxnLst/>
              <a:rect l="l" t="t" r="r" b="b"/>
              <a:pathLst>
                <a:path w="10031" h="10031" extrusionOk="0">
                  <a:moveTo>
                    <a:pt x="5047" y="3455"/>
                  </a:moveTo>
                  <a:cubicBezTo>
                    <a:pt x="5309" y="3455"/>
                    <a:pt x="5573" y="3526"/>
                    <a:pt x="5806" y="3678"/>
                  </a:cubicBezTo>
                  <a:cubicBezTo>
                    <a:pt x="6535" y="4134"/>
                    <a:pt x="6778" y="5046"/>
                    <a:pt x="6353" y="5775"/>
                  </a:cubicBezTo>
                  <a:cubicBezTo>
                    <a:pt x="6074" y="6254"/>
                    <a:pt x="5572" y="6523"/>
                    <a:pt x="5055" y="6523"/>
                  </a:cubicBezTo>
                  <a:cubicBezTo>
                    <a:pt x="4783" y="6523"/>
                    <a:pt x="4507" y="6449"/>
                    <a:pt x="4256" y="6292"/>
                  </a:cubicBezTo>
                  <a:cubicBezTo>
                    <a:pt x="3526" y="5897"/>
                    <a:pt x="3283" y="4924"/>
                    <a:pt x="3739" y="4225"/>
                  </a:cubicBezTo>
                  <a:cubicBezTo>
                    <a:pt x="4002" y="3739"/>
                    <a:pt x="4522" y="3455"/>
                    <a:pt x="5047" y="3455"/>
                  </a:cubicBezTo>
                  <a:close/>
                  <a:moveTo>
                    <a:pt x="4681" y="0"/>
                  </a:moveTo>
                  <a:lnTo>
                    <a:pt x="2857" y="456"/>
                  </a:lnTo>
                  <a:lnTo>
                    <a:pt x="3222" y="1854"/>
                  </a:lnTo>
                  <a:cubicBezTo>
                    <a:pt x="2979" y="2006"/>
                    <a:pt x="2705" y="2189"/>
                    <a:pt x="2462" y="2432"/>
                  </a:cubicBezTo>
                  <a:lnTo>
                    <a:pt x="1216" y="1672"/>
                  </a:lnTo>
                  <a:lnTo>
                    <a:pt x="274" y="3313"/>
                  </a:lnTo>
                  <a:lnTo>
                    <a:pt x="1520" y="4073"/>
                  </a:lnTo>
                  <a:cubicBezTo>
                    <a:pt x="1459" y="4377"/>
                    <a:pt x="1398" y="4681"/>
                    <a:pt x="1398" y="4985"/>
                  </a:cubicBezTo>
                  <a:lnTo>
                    <a:pt x="0" y="5350"/>
                  </a:lnTo>
                  <a:lnTo>
                    <a:pt x="456" y="7173"/>
                  </a:lnTo>
                  <a:lnTo>
                    <a:pt x="1854" y="6809"/>
                  </a:lnTo>
                  <a:cubicBezTo>
                    <a:pt x="2006" y="7052"/>
                    <a:pt x="2189" y="7325"/>
                    <a:pt x="2432" y="7569"/>
                  </a:cubicBezTo>
                  <a:lnTo>
                    <a:pt x="1672" y="8815"/>
                  </a:lnTo>
                  <a:lnTo>
                    <a:pt x="3313" y="9757"/>
                  </a:lnTo>
                  <a:lnTo>
                    <a:pt x="4073" y="8511"/>
                  </a:lnTo>
                  <a:cubicBezTo>
                    <a:pt x="4377" y="8572"/>
                    <a:pt x="4681" y="8632"/>
                    <a:pt x="4985" y="8632"/>
                  </a:cubicBezTo>
                  <a:lnTo>
                    <a:pt x="5350" y="10031"/>
                  </a:lnTo>
                  <a:lnTo>
                    <a:pt x="7174" y="9575"/>
                  </a:lnTo>
                  <a:lnTo>
                    <a:pt x="6809" y="8176"/>
                  </a:lnTo>
                  <a:cubicBezTo>
                    <a:pt x="7052" y="8024"/>
                    <a:pt x="7326" y="7812"/>
                    <a:pt x="7569" y="7599"/>
                  </a:cubicBezTo>
                  <a:lnTo>
                    <a:pt x="8815" y="8359"/>
                  </a:lnTo>
                  <a:lnTo>
                    <a:pt x="9757" y="6717"/>
                  </a:lnTo>
                  <a:lnTo>
                    <a:pt x="8511" y="5958"/>
                  </a:lnTo>
                  <a:cubicBezTo>
                    <a:pt x="8572" y="5654"/>
                    <a:pt x="8633" y="5350"/>
                    <a:pt x="8633" y="5046"/>
                  </a:cubicBezTo>
                  <a:lnTo>
                    <a:pt x="10031" y="4681"/>
                  </a:lnTo>
                  <a:lnTo>
                    <a:pt x="9575" y="2857"/>
                  </a:lnTo>
                  <a:lnTo>
                    <a:pt x="8177" y="3222"/>
                  </a:lnTo>
                  <a:cubicBezTo>
                    <a:pt x="8025" y="2948"/>
                    <a:pt x="7842" y="2705"/>
                    <a:pt x="7599" y="2462"/>
                  </a:cubicBezTo>
                  <a:lnTo>
                    <a:pt x="8359" y="1216"/>
                  </a:lnTo>
                  <a:lnTo>
                    <a:pt x="6718" y="274"/>
                  </a:lnTo>
                  <a:lnTo>
                    <a:pt x="5958" y="1520"/>
                  </a:lnTo>
                  <a:cubicBezTo>
                    <a:pt x="5654" y="1429"/>
                    <a:pt x="5350" y="1398"/>
                    <a:pt x="5046" y="1398"/>
                  </a:cubicBezTo>
                  <a:lnTo>
                    <a:pt x="46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4" name="Google Shape;2364;p95"/>
          <p:cNvGrpSpPr/>
          <p:nvPr/>
        </p:nvGrpSpPr>
        <p:grpSpPr>
          <a:xfrm>
            <a:off x="483860" y="729657"/>
            <a:ext cx="432017" cy="300890"/>
            <a:chOff x="607379" y="1306417"/>
            <a:chExt cx="588900" cy="410100"/>
          </a:xfrm>
        </p:grpSpPr>
        <p:sp>
          <p:nvSpPr>
            <p:cNvPr id="2365" name="Google Shape;2365;p95"/>
            <p:cNvSpPr/>
            <p:nvPr/>
          </p:nvSpPr>
          <p:spPr>
            <a:xfrm>
              <a:off x="607379" y="1306417"/>
              <a:ext cx="588900" cy="4101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95"/>
            <p:cNvSpPr/>
            <p:nvPr/>
          </p:nvSpPr>
          <p:spPr>
            <a:xfrm>
              <a:off x="741635" y="1363294"/>
              <a:ext cx="320384" cy="296369"/>
            </a:xfrm>
            <a:custGeom>
              <a:avLst/>
              <a:gdLst/>
              <a:ahLst/>
              <a:cxnLst/>
              <a:rect l="l" t="t" r="r" b="b"/>
              <a:pathLst>
                <a:path w="11109" h="10279" extrusionOk="0">
                  <a:moveTo>
                    <a:pt x="5554" y="0"/>
                  </a:moveTo>
                  <a:cubicBezTo>
                    <a:pt x="5271" y="0"/>
                    <a:pt x="4987" y="142"/>
                    <a:pt x="4837" y="425"/>
                  </a:cubicBezTo>
                  <a:lnTo>
                    <a:pt x="3803" y="2560"/>
                  </a:lnTo>
                  <a:cubicBezTo>
                    <a:pt x="3703" y="2760"/>
                    <a:pt x="3469" y="2927"/>
                    <a:pt x="3236" y="2961"/>
                  </a:cubicBezTo>
                  <a:lnTo>
                    <a:pt x="901" y="3294"/>
                  </a:lnTo>
                  <a:cubicBezTo>
                    <a:pt x="267" y="3394"/>
                    <a:pt x="0" y="4195"/>
                    <a:pt x="467" y="4628"/>
                  </a:cubicBezTo>
                  <a:lnTo>
                    <a:pt x="2235" y="6296"/>
                  </a:lnTo>
                  <a:cubicBezTo>
                    <a:pt x="2402" y="6530"/>
                    <a:pt x="2469" y="6763"/>
                    <a:pt x="2435" y="7030"/>
                  </a:cubicBezTo>
                  <a:lnTo>
                    <a:pt x="2002" y="9365"/>
                  </a:lnTo>
                  <a:cubicBezTo>
                    <a:pt x="1922" y="9896"/>
                    <a:pt x="2328" y="10279"/>
                    <a:pt x="2783" y="10279"/>
                  </a:cubicBezTo>
                  <a:cubicBezTo>
                    <a:pt x="2900" y="10279"/>
                    <a:pt x="3020" y="10254"/>
                    <a:pt x="3136" y="10199"/>
                  </a:cubicBezTo>
                  <a:lnTo>
                    <a:pt x="5237" y="9098"/>
                  </a:lnTo>
                  <a:cubicBezTo>
                    <a:pt x="5337" y="9032"/>
                    <a:pt x="5462" y="8998"/>
                    <a:pt x="5587" y="8998"/>
                  </a:cubicBezTo>
                  <a:cubicBezTo>
                    <a:pt x="5713" y="8998"/>
                    <a:pt x="5838" y="9032"/>
                    <a:pt x="5938" y="9098"/>
                  </a:cubicBezTo>
                  <a:lnTo>
                    <a:pt x="8006" y="10199"/>
                  </a:lnTo>
                  <a:cubicBezTo>
                    <a:pt x="8120" y="10250"/>
                    <a:pt x="8236" y="10273"/>
                    <a:pt x="8349" y="10273"/>
                  </a:cubicBezTo>
                  <a:cubicBezTo>
                    <a:pt x="8830" y="10273"/>
                    <a:pt x="9248" y="9852"/>
                    <a:pt x="9140" y="9365"/>
                  </a:cubicBezTo>
                  <a:lnTo>
                    <a:pt x="8740" y="7030"/>
                  </a:lnTo>
                  <a:cubicBezTo>
                    <a:pt x="8673" y="6730"/>
                    <a:pt x="8773" y="6463"/>
                    <a:pt x="8940" y="6296"/>
                  </a:cubicBezTo>
                  <a:lnTo>
                    <a:pt x="10641" y="4628"/>
                  </a:lnTo>
                  <a:cubicBezTo>
                    <a:pt x="11108" y="4195"/>
                    <a:pt x="10841" y="3394"/>
                    <a:pt x="10241" y="3294"/>
                  </a:cubicBezTo>
                  <a:lnTo>
                    <a:pt x="7906" y="2961"/>
                  </a:lnTo>
                  <a:cubicBezTo>
                    <a:pt x="7639" y="2927"/>
                    <a:pt x="7439" y="2794"/>
                    <a:pt x="7305" y="2560"/>
                  </a:cubicBezTo>
                  <a:lnTo>
                    <a:pt x="6271" y="425"/>
                  </a:lnTo>
                  <a:cubicBezTo>
                    <a:pt x="6121" y="142"/>
                    <a:pt x="5838" y="0"/>
                    <a:pt x="5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7" name="Google Shape;2367;p95"/>
          <p:cNvGrpSpPr/>
          <p:nvPr/>
        </p:nvGrpSpPr>
        <p:grpSpPr>
          <a:xfrm>
            <a:off x="8348060" y="699720"/>
            <a:ext cx="396150" cy="360700"/>
            <a:chOff x="2670400" y="651950"/>
            <a:chExt cx="396150" cy="360700"/>
          </a:xfrm>
        </p:grpSpPr>
        <p:sp>
          <p:nvSpPr>
            <p:cNvPr id="2368" name="Google Shape;2368;p95"/>
            <p:cNvSpPr/>
            <p:nvPr/>
          </p:nvSpPr>
          <p:spPr>
            <a:xfrm>
              <a:off x="2670400" y="651950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95"/>
            <p:cNvSpPr/>
            <p:nvPr/>
          </p:nvSpPr>
          <p:spPr>
            <a:xfrm>
              <a:off x="2712950" y="750100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0"/>
          <p:cNvPicPr>
            <a:picLocks noChangeAspect="1"/>
          </p:cNvPicPr>
          <p:nvPr/>
        </p:nvPicPr>
        <p:blipFill>
          <a:blip r:embed="rId3"/>
          <a:srcRect l="17023" t="43873" r="62799" b="29877"/>
          <a:stretch>
            <a:fillRect/>
          </a:stretch>
        </p:blipFill>
        <p:spPr>
          <a:xfrm>
            <a:off x="436245" y="2104390"/>
            <a:ext cx="2597785" cy="22586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 l="18993" t="15000" r="61814" b="58750"/>
          <a:stretch>
            <a:fillRect/>
          </a:stretch>
        </p:blipFill>
        <p:spPr>
          <a:xfrm>
            <a:off x="3347720" y="2104390"/>
            <a:ext cx="2592705" cy="22593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rcRect l="19484" t="15000" r="60356" b="46497"/>
          <a:stretch>
            <a:fillRect/>
          </a:stretch>
        </p:blipFill>
        <p:spPr>
          <a:xfrm>
            <a:off x="6228080" y="2104390"/>
            <a:ext cx="2569210" cy="22593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Transaction Management</a:t>
            </a:r>
            <a:endParaRPr lang="en-US" altLang="en-US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3204287" y="3287761"/>
            <a:ext cx="2751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300" dirty="0"/>
              <a:t>Implemented secure and reliable transactions to handle inventory transfers between locations</a:t>
            </a:r>
            <a:r>
              <a:rPr lang="en-US" altLang="en-US" sz="1300" dirty="0" smtClean="0"/>
              <a:t>.</a:t>
            </a:r>
            <a:endParaRPr lang="en-US" altLang="en-US" sz="13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Transaction Management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Box 0"/>
          <p:cNvSpPr txBox="1"/>
          <p:nvPr/>
        </p:nvSpPr>
        <p:spPr>
          <a:xfrm>
            <a:off x="971550" y="1501775"/>
            <a:ext cx="6794500" cy="29787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sz="1800">
                <a:solidFill>
                  <a:schemeClr val="bg2">
                    <a:lumMod val="75000"/>
                  </a:schemeClr>
                </a:solidFill>
              </a:rPr>
              <a:t>3. Implemented Transaction Management</a:t>
            </a:r>
          </a:p>
          <a:p>
            <a:pPr>
              <a:spcAft>
                <a:spcPct val="60000"/>
              </a:spcAft>
            </a:pPr>
            <a:r>
              <a:rPr lang="en-US" altLang="en-US" sz="1300" b="1"/>
              <a:t>1.Single-Site Transaction:</a:t>
            </a:r>
          </a:p>
          <a:p>
            <a:pPr marL="628650" lvl="1" indent="-1714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Transferred 10 units of a product (ProductID = 1) from LocationA to LocationB.</a:t>
            </a:r>
          </a:p>
          <a:p>
            <a:pPr marL="628650" lvl="1" indent="-1714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Used BEGIN TRANSACTION and COMMIT TRANSACTION to ensure consistency.</a:t>
            </a:r>
          </a:p>
          <a:p>
            <a:pPr>
              <a:spcAft>
                <a:spcPct val="60000"/>
              </a:spcAft>
            </a:pPr>
            <a:r>
              <a:rPr lang="en-US" altLang="en-US" sz="1300" b="1"/>
              <a:t>2.Validated Inventory Levels:</a:t>
            </a:r>
          </a:p>
          <a:p>
            <a:pPr marL="628650" lvl="1" indent="-1714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200"/>
              <a:t>Queried both LocationA.Inventory and LocationB.Inventory to confirm changes.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Transaction Management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18993" t="15008" r="61814" b="49120"/>
          <a:stretch>
            <a:fillRect/>
          </a:stretch>
        </p:blipFill>
        <p:spPr>
          <a:xfrm>
            <a:off x="755650" y="1275715"/>
            <a:ext cx="3398520" cy="295211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 l="17517" t="48480" r="67227" b="28364"/>
          <a:stretch>
            <a:fillRect/>
          </a:stretch>
        </p:blipFill>
        <p:spPr>
          <a:xfrm>
            <a:off x="5436235" y="1563370"/>
            <a:ext cx="2951480" cy="2520315"/>
          </a:xfrm>
          <a:prstGeom prst="rect">
            <a:avLst/>
          </a:prstGeom>
        </p:spPr>
      </p:pic>
      <p:sp>
        <p:nvSpPr>
          <p:cNvPr id="5" name="Notched Right Arrow 4"/>
          <p:cNvSpPr/>
          <p:nvPr/>
        </p:nvSpPr>
        <p:spPr>
          <a:xfrm>
            <a:off x="4187825" y="2499995"/>
            <a:ext cx="1181735" cy="379730"/>
          </a:xfrm>
          <a:prstGeom prst="notchedRightArrow">
            <a:avLst>
              <a:gd name="adj1" fmla="val 50000"/>
              <a:gd name="adj2" fmla="val 38795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  <a:sym typeface="+mn-ea"/>
              </a:rPr>
              <a:t>Transaction Management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Notched Right Arrow 4"/>
          <p:cNvSpPr/>
          <p:nvPr/>
        </p:nvSpPr>
        <p:spPr>
          <a:xfrm>
            <a:off x="4283710" y="2499995"/>
            <a:ext cx="1181735" cy="379730"/>
          </a:xfrm>
          <a:prstGeom prst="notchedRightArrow">
            <a:avLst>
              <a:gd name="adj1" fmla="val 50000"/>
              <a:gd name="adj2" fmla="val 38795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0"/>
          <p:cNvPicPr>
            <a:picLocks noChangeAspect="1"/>
          </p:cNvPicPr>
          <p:nvPr/>
        </p:nvPicPr>
        <p:blipFill>
          <a:blip r:embed="rId3"/>
          <a:srcRect l="19484" t="15000" r="48030" b="41250"/>
          <a:stretch>
            <a:fillRect/>
          </a:stretch>
        </p:blipFill>
        <p:spPr>
          <a:xfrm>
            <a:off x="558800" y="1347470"/>
            <a:ext cx="3678555" cy="28168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7451" t="66620" r="67227" b="10625"/>
          <a:stretch>
            <a:fillRect/>
          </a:stretch>
        </p:blipFill>
        <p:spPr>
          <a:xfrm>
            <a:off x="5511800" y="1475740"/>
            <a:ext cx="3053715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sym typeface="+mn-ea"/>
              </a:rPr>
              <a:t>Replication</a:t>
            </a:r>
            <a:endParaRPr lang="en-US" altLang="en-US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  <a:sym typeface="+mn-ea"/>
              </a:rPr>
              <a:t>Replication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 Box 0"/>
          <p:cNvSpPr txBox="1"/>
          <p:nvPr/>
        </p:nvSpPr>
        <p:spPr>
          <a:xfrm>
            <a:off x="971550" y="1501775"/>
            <a:ext cx="7289800" cy="29787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sz="1800" b="1">
                <a:solidFill>
                  <a:schemeClr val="bg2">
                    <a:lumMod val="75000"/>
                  </a:schemeClr>
                </a:solidFill>
              </a:rPr>
              <a:t>4. Implemented Replication</a:t>
            </a:r>
          </a:p>
          <a:p>
            <a:pPr>
              <a:spcAft>
                <a:spcPct val="60000"/>
              </a:spcAft>
            </a:pPr>
            <a:r>
              <a:rPr lang="en-US" altLang="en-US" sz="1300"/>
              <a:t>We'll configure mixed replication (snapshot and transactional) using SQL Server</a:t>
            </a:r>
          </a:p>
          <a:p>
            <a:pPr>
              <a:spcAft>
                <a:spcPct val="60000"/>
              </a:spcAft>
            </a:pPr>
            <a:r>
              <a:rPr lang="en-US" altLang="en-US" sz="1300"/>
              <a:t>Management Studio. This process involves:</a:t>
            </a:r>
            <a:endParaRPr lang="en-US" altLang="en-US" sz="1200"/>
          </a:p>
          <a:p>
            <a:pPr marL="628650" lvl="1" indent="-171450">
              <a:spcAft>
                <a:spcPct val="60000"/>
              </a:spcAft>
              <a:buFont typeface="Wingdings" panose="05000000000000000000" charset="0"/>
              <a:buChar char="ü"/>
            </a:pPr>
            <a:r>
              <a:rPr lang="en-US" altLang="en-US" sz="1200"/>
              <a:t>Configuring a distributor.</a:t>
            </a:r>
          </a:p>
          <a:p>
            <a:pPr marL="628650" lvl="1" indent="-171450">
              <a:spcAft>
                <a:spcPct val="60000"/>
              </a:spcAft>
              <a:buFont typeface="Wingdings" panose="05000000000000000000" charset="0"/>
              <a:buChar char="ü"/>
            </a:pPr>
            <a:r>
              <a:rPr lang="en-US" altLang="en-US" sz="1200"/>
              <a:t>Creating a publication for replication.</a:t>
            </a:r>
          </a:p>
          <a:p>
            <a:pPr marL="628650" lvl="1" indent="-171450">
              <a:spcAft>
                <a:spcPct val="60000"/>
              </a:spcAft>
              <a:buFont typeface="Wingdings" panose="05000000000000000000" charset="0"/>
              <a:buChar char="ü"/>
            </a:pPr>
            <a:r>
              <a:rPr lang="en-US" altLang="en-US" sz="1200"/>
              <a:t>Setting up subscriptions.</a:t>
            </a:r>
          </a:p>
          <a:p>
            <a:pPr>
              <a:spcAft>
                <a:spcPct val="60000"/>
              </a:spcAft>
            </a:pPr>
            <a:endParaRPr lang="en-US" altLang="en-US" sz="12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r="6213" b="62392"/>
          <a:stretch>
            <a:fillRect/>
          </a:stretch>
        </p:blipFill>
        <p:spPr>
          <a:xfrm>
            <a:off x="4932045" y="2571750"/>
            <a:ext cx="3383915" cy="6108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t="60701"/>
          <a:stretch>
            <a:fillRect/>
          </a:stretch>
        </p:blipFill>
        <p:spPr>
          <a:xfrm>
            <a:off x="4930775" y="3182620"/>
            <a:ext cx="3385185" cy="598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35611"/>
            <a:ext cx="3459000" cy="84656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Reporting</a:t>
            </a:r>
            <a:endParaRPr lang="en-US" altLang="en-US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2950845" y="3220085"/>
            <a:ext cx="3218180" cy="713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/>
              <a:t>Reporting capabilities to provide insights into overall inventory levels.</a:t>
            </a:r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Reporting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Box 0"/>
          <p:cNvSpPr txBox="1"/>
          <p:nvPr/>
        </p:nvSpPr>
        <p:spPr>
          <a:xfrm>
            <a:off x="805815" y="1347470"/>
            <a:ext cx="7289800" cy="29787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sz="1800" b="1">
                <a:solidFill>
                  <a:schemeClr val="bg2">
                    <a:lumMod val="75000"/>
                  </a:schemeClr>
                </a:solidFill>
              </a:rPr>
              <a:t>5. Reporting Functionality</a:t>
            </a:r>
          </a:p>
          <a:p>
            <a:pPr>
              <a:spcAft>
                <a:spcPct val="60000"/>
              </a:spcAft>
            </a:pPr>
            <a:r>
              <a:rPr lang="en-US" altLang="en-US" sz="1200" b="1"/>
              <a:t>Created an Aggregate Report:</a:t>
            </a:r>
          </a:p>
          <a:p>
            <a:pPr marL="628650" lvl="1" indent="-171450">
              <a:lnSpc>
                <a:spcPct val="150000"/>
              </a:lnSpc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1200"/>
              <a:t>Queried data from Inventory, Products, and Locations tables.</a:t>
            </a:r>
          </a:p>
          <a:p>
            <a:pPr marL="628650" lvl="1" indent="-171450">
              <a:lnSpc>
                <a:spcPct val="150000"/>
              </a:lnSpc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1200"/>
              <a:t>Displayed overall inventory levels grouped by ProductName, LocationName, and InventoryID.</a:t>
            </a:r>
          </a:p>
          <a:p>
            <a:pPr marL="628650" lvl="1" indent="-171450">
              <a:lnSpc>
                <a:spcPct val="150000"/>
              </a:lnSpc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1200"/>
              <a:t>Sorted results for readability.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Transaction Management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86095" y="4197248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Notched Right Arrow 4"/>
          <p:cNvSpPr/>
          <p:nvPr/>
        </p:nvSpPr>
        <p:spPr>
          <a:xfrm>
            <a:off x="4356100" y="2499360"/>
            <a:ext cx="848995" cy="379730"/>
          </a:xfrm>
          <a:prstGeom prst="notchedRightArrow">
            <a:avLst>
              <a:gd name="adj1" fmla="val 50000"/>
              <a:gd name="adj2" fmla="val 38795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0"/>
          <p:cNvPicPr>
            <a:picLocks noChangeAspect="1"/>
          </p:cNvPicPr>
          <p:nvPr/>
        </p:nvPicPr>
        <p:blipFill>
          <a:blip r:embed="rId3"/>
          <a:srcRect l="30312" t="19375" r="24405" b="62253"/>
          <a:stretch>
            <a:fillRect/>
          </a:stretch>
        </p:blipFill>
        <p:spPr>
          <a:xfrm>
            <a:off x="542925" y="1635125"/>
            <a:ext cx="3741420" cy="19646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 l="27852" t="30748" r="49015" b="35123"/>
          <a:stretch>
            <a:fillRect/>
          </a:stretch>
        </p:blipFill>
        <p:spPr>
          <a:xfrm>
            <a:off x="5276850" y="1275080"/>
            <a:ext cx="3384550" cy="2808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Transaction Management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86095" y="4197248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b="3768"/>
          <a:stretch>
            <a:fillRect/>
          </a:stretch>
        </p:blipFill>
        <p:spPr>
          <a:xfrm>
            <a:off x="1187450" y="1419860"/>
            <a:ext cx="6859270" cy="2712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Transaction Management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86095" y="4197248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0"/>
          <p:cNvPicPr>
            <a:picLocks noChangeAspect="1"/>
          </p:cNvPicPr>
          <p:nvPr/>
        </p:nvPicPr>
        <p:blipFill>
          <a:blip r:embed="rId3"/>
          <a:srcRect t="2476" r="11309"/>
          <a:stretch>
            <a:fillRect/>
          </a:stretch>
        </p:blipFill>
        <p:spPr>
          <a:xfrm>
            <a:off x="5003800" y="1490345"/>
            <a:ext cx="2720975" cy="25514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 l="15187" t="7370" r="15417" b="12706"/>
          <a:stretch>
            <a:fillRect/>
          </a:stretch>
        </p:blipFill>
        <p:spPr>
          <a:xfrm>
            <a:off x="1403350" y="1490345"/>
            <a:ext cx="2720975" cy="2552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2880870"/>
            <a:ext cx="3459000" cy="1161621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Fragmentation</a:t>
            </a:r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2950845" y="3220085"/>
            <a:ext cx="3218180" cy="713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/>
              <a:t>Examples for horizontal, vertical, and hybrid fragmentation are implemented.</a:t>
            </a:r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Fragmentation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Box 0"/>
          <p:cNvSpPr txBox="1"/>
          <p:nvPr/>
        </p:nvSpPr>
        <p:spPr>
          <a:xfrm>
            <a:off x="805815" y="1203325"/>
            <a:ext cx="7691755" cy="335470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ct val="60000"/>
              </a:spcAft>
            </a:pPr>
            <a:r>
              <a:rPr lang="en-US" altLang="en-US" sz="1800" b="1">
                <a:solidFill>
                  <a:schemeClr val="bg2">
                    <a:lumMod val="75000"/>
                  </a:schemeClr>
                </a:solidFill>
              </a:rPr>
              <a:t>6. Fragmentation</a:t>
            </a:r>
          </a:p>
          <a:p>
            <a:pPr>
              <a:spcAft>
                <a:spcPct val="60000"/>
              </a:spcAft>
            </a:pPr>
            <a:r>
              <a:rPr lang="en-US" altLang="en-US" sz="1200" b="1"/>
              <a:t>1.Horizontal Fragmentation:</a:t>
            </a:r>
          </a:p>
          <a:p>
            <a:pPr marL="628650" lvl="1" indent="-171450">
              <a:spcAft>
                <a:spcPct val="60000"/>
              </a:spcAft>
              <a:buFont typeface="Wingdings" panose="05000000000000000000" charset="0"/>
              <a:buChar char="q"/>
            </a:pPr>
            <a:r>
              <a:rPr lang="en-US" altLang="en-US" sz="1100"/>
              <a:t> Split the Inventory table into Inventory_LocationA and Inventory_LocationB based on LocationID</a:t>
            </a:r>
            <a:r>
              <a:rPr lang="en-US" altLang="en-US" sz="1200"/>
              <a:t>.</a:t>
            </a:r>
          </a:p>
          <a:p>
            <a:pPr>
              <a:spcAft>
                <a:spcPct val="60000"/>
              </a:spcAft>
            </a:pPr>
            <a:r>
              <a:rPr lang="en-US" altLang="en-US" sz="1200" b="1"/>
              <a:t>2.Vertical Fragmentation:</a:t>
            </a:r>
          </a:p>
          <a:p>
            <a:pPr marL="628650" lvl="1" indent="-171450">
              <a:spcAft>
                <a:spcPct val="60000"/>
              </a:spcAft>
              <a:buFont typeface="Wingdings" panose="05000000000000000000" charset="0"/>
              <a:buChar char="q"/>
            </a:pPr>
            <a:r>
              <a:rPr lang="en-US" altLang="en-US" sz="1100"/>
              <a:t>Divided the Products table into:</a:t>
            </a:r>
          </a:p>
          <a:p>
            <a:pPr marL="1085850" lvl="2" indent="-171450">
              <a:spcAft>
                <a:spcPct val="60000"/>
              </a:spcAft>
              <a:buFont typeface="Wingdings" panose="05000000000000000000" charset="0"/>
              <a:buChar char="ü"/>
            </a:pPr>
            <a:r>
              <a:rPr lang="en-US" altLang="en-US" sz="1100"/>
              <a:t>Products_Basic (containing non-sensitive product details).</a:t>
            </a:r>
          </a:p>
          <a:p>
            <a:pPr marL="1085850" lvl="2" indent="-171450">
              <a:spcAft>
                <a:spcPct val="60000"/>
              </a:spcAft>
              <a:buFont typeface="Wingdings" panose="05000000000000000000" charset="0"/>
              <a:buChar char="ü"/>
            </a:pPr>
            <a:r>
              <a:rPr lang="en-US" altLang="en-US" sz="1100"/>
              <a:t>Products_Pricing (containing pricing data only).</a:t>
            </a:r>
          </a:p>
          <a:p>
            <a:pPr>
              <a:spcAft>
                <a:spcPct val="60000"/>
              </a:spcAft>
            </a:pPr>
            <a:r>
              <a:rPr lang="en-US" altLang="en-US" sz="1200" b="1"/>
              <a:t>3. Hybrid Fragmentation: </a:t>
            </a:r>
          </a:p>
          <a:p>
            <a:pPr marL="628650" lvl="1" indent="-171450">
              <a:spcAft>
                <a:spcPct val="60000"/>
              </a:spcAft>
              <a:buFont typeface="Wingdings" panose="05000000000000000000" charset="0"/>
              <a:buChar char="q"/>
            </a:pPr>
            <a:r>
              <a:rPr lang="en-US" altLang="en-US" sz="1200" b="1"/>
              <a:t> </a:t>
            </a:r>
            <a:r>
              <a:rPr lang="en-US" altLang="en-US" sz="1100"/>
              <a:t>Combined horizontal and vertical fragmentation:</a:t>
            </a:r>
          </a:p>
          <a:p>
            <a:pPr marL="1085850" lvl="2" indent="-171450">
              <a:spcAft>
                <a:spcPct val="60000"/>
              </a:spcAft>
              <a:buFont typeface="Wingdings" panose="05000000000000000000" charset="0"/>
              <a:buChar char="ü"/>
            </a:pPr>
            <a:r>
              <a:rPr lang="en-US" altLang="en-US" sz="1100"/>
              <a:t>Created Inventory_Hybrid_Part1 with InventoryID and ProductID for specific locations.</a:t>
            </a:r>
          </a:p>
          <a:p>
            <a:pPr marL="1085850" lvl="2" indent="-171450">
              <a:spcAft>
                <a:spcPct val="60000"/>
              </a:spcAft>
              <a:buFont typeface="Wingdings" panose="05000000000000000000" charset="0"/>
              <a:buChar char="ü"/>
            </a:pPr>
            <a:r>
              <a:rPr lang="en-US" altLang="en-US" sz="1100"/>
              <a:t>Created Inventory_Hybrid_Part2 with LocationID and Quantity for remaining locations</a:t>
            </a:r>
            <a:r>
              <a:rPr lang="en-US" altLang="en-US" sz="12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Horizontal</a:t>
            </a:r>
            <a:r>
              <a:rPr lang="ar-EG" altLang="en-US" sz="2000" b="1">
                <a:solidFill>
                  <a:schemeClr val="bg1"/>
                </a:solidFill>
              </a:rPr>
              <a:t> </a:t>
            </a:r>
            <a:r>
              <a:rPr lang="en-US" altLang="en-US" sz="2000" b="1">
                <a:solidFill>
                  <a:schemeClr val="bg1"/>
                </a:solidFill>
              </a:rPr>
              <a:t>Fragmentation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Box 0"/>
          <p:cNvSpPr txBox="1"/>
          <p:nvPr/>
        </p:nvSpPr>
        <p:spPr>
          <a:xfrm>
            <a:off x="805815" y="1347470"/>
            <a:ext cx="7289800" cy="29787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endParaRPr lang="en-US" altLang="en-US" sz="12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26376" t="28125" r="40156" b="50872"/>
          <a:stretch>
            <a:fillRect/>
          </a:stretch>
        </p:blipFill>
        <p:spPr>
          <a:xfrm>
            <a:off x="805815" y="1491615"/>
            <a:ext cx="3749040" cy="2069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 l="24258" t="46497" r="55907" b="37762"/>
          <a:stretch>
            <a:fillRect/>
          </a:stretch>
        </p:blipFill>
        <p:spPr>
          <a:xfrm>
            <a:off x="5363845" y="1491615"/>
            <a:ext cx="2901950" cy="129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 l="24405" t="62253" r="56398" b="26381"/>
          <a:stretch>
            <a:fillRect/>
          </a:stretch>
        </p:blipFill>
        <p:spPr>
          <a:xfrm>
            <a:off x="5363845" y="2926080"/>
            <a:ext cx="2901315" cy="935355"/>
          </a:xfrm>
          <a:prstGeom prst="rect">
            <a:avLst/>
          </a:prstGeom>
        </p:spPr>
      </p:pic>
      <p:sp>
        <p:nvSpPr>
          <p:cNvPr id="10" name="Striped Right Arrow 9"/>
          <p:cNvSpPr/>
          <p:nvPr/>
        </p:nvSpPr>
        <p:spPr>
          <a:xfrm>
            <a:off x="4611370" y="1995170"/>
            <a:ext cx="696595" cy="150495"/>
          </a:xfrm>
          <a:prstGeom prst="striped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iped Right Arrow 6"/>
          <p:cNvSpPr/>
          <p:nvPr/>
        </p:nvSpPr>
        <p:spPr>
          <a:xfrm>
            <a:off x="4610735" y="3003550"/>
            <a:ext cx="696595" cy="150495"/>
          </a:xfrm>
          <a:prstGeom prst="striped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>
                <a:solidFill>
                  <a:schemeClr val="bg1"/>
                </a:solidFill>
              </a:rPr>
              <a:t>Vertical Fragmentation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Box 0"/>
          <p:cNvSpPr txBox="1"/>
          <p:nvPr/>
        </p:nvSpPr>
        <p:spPr>
          <a:xfrm>
            <a:off x="805815" y="1347470"/>
            <a:ext cx="7289800" cy="29787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endParaRPr lang="en-US" altLang="en-US" sz="12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26866" t="38627" r="40345" b="42655"/>
          <a:stretch>
            <a:fillRect/>
          </a:stretch>
        </p:blipFill>
        <p:spPr>
          <a:xfrm>
            <a:off x="805815" y="1707515"/>
            <a:ext cx="3528060" cy="18726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 l="24405" t="23750" r="59353" b="52623"/>
          <a:stretch>
            <a:fillRect/>
          </a:stretch>
        </p:blipFill>
        <p:spPr>
          <a:xfrm>
            <a:off x="5566410" y="1203325"/>
            <a:ext cx="2322195" cy="14751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l="23915" t="50000" r="65751" b="25502"/>
          <a:stretch>
            <a:fillRect/>
          </a:stretch>
        </p:blipFill>
        <p:spPr>
          <a:xfrm>
            <a:off x="5566410" y="2859405"/>
            <a:ext cx="2322195" cy="1433830"/>
          </a:xfrm>
          <a:prstGeom prst="rect">
            <a:avLst/>
          </a:prstGeom>
        </p:spPr>
      </p:pic>
      <p:sp>
        <p:nvSpPr>
          <p:cNvPr id="10" name="Striped Right Arrow 9"/>
          <p:cNvSpPr/>
          <p:nvPr/>
        </p:nvSpPr>
        <p:spPr>
          <a:xfrm>
            <a:off x="4427855" y="2139315"/>
            <a:ext cx="935990" cy="143510"/>
          </a:xfrm>
          <a:prstGeom prst="striped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riped Right Arrow 10"/>
          <p:cNvSpPr/>
          <p:nvPr/>
        </p:nvSpPr>
        <p:spPr>
          <a:xfrm>
            <a:off x="4427855" y="3147695"/>
            <a:ext cx="935990" cy="143510"/>
          </a:xfrm>
          <a:prstGeom prst="striped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6"/>
          <p:cNvSpPr/>
          <p:nvPr/>
        </p:nvSpPr>
        <p:spPr>
          <a:xfrm>
            <a:off x="2562065" y="267105"/>
            <a:ext cx="4019100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bg1"/>
                </a:solidFill>
              </a:rPr>
              <a:t>Hybrid </a:t>
            </a:r>
            <a:r>
              <a:rPr lang="en-US" altLang="en-US" sz="2000" b="1">
                <a:solidFill>
                  <a:schemeClr val="bg1"/>
                </a:solidFill>
              </a:rPr>
              <a:t>Fragmentation</a:t>
            </a:r>
          </a:p>
        </p:txBody>
      </p:sp>
      <p:grpSp>
        <p:nvGrpSpPr>
          <p:cNvPr id="1536" name="Google Shape;1536;p76"/>
          <p:cNvGrpSpPr/>
          <p:nvPr/>
        </p:nvGrpSpPr>
        <p:grpSpPr>
          <a:xfrm>
            <a:off x="507429" y="153840"/>
            <a:ext cx="577500" cy="402300"/>
            <a:chOff x="7526575" y="2029150"/>
            <a:chExt cx="577500" cy="402300"/>
          </a:xfrm>
        </p:grpSpPr>
        <p:sp>
          <p:nvSpPr>
            <p:cNvPr id="1537" name="Google Shape;1537;p76"/>
            <p:cNvSpPr/>
            <p:nvPr/>
          </p:nvSpPr>
          <p:spPr>
            <a:xfrm>
              <a:off x="7526575" y="2029150"/>
              <a:ext cx="577500" cy="4023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7702784" y="2142466"/>
              <a:ext cx="216050" cy="190761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9" name="Google Shape;1539;p76"/>
          <p:cNvGrpSpPr/>
          <p:nvPr/>
        </p:nvGrpSpPr>
        <p:grpSpPr>
          <a:xfrm>
            <a:off x="7956250" y="4083583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Box 0"/>
          <p:cNvSpPr txBox="1"/>
          <p:nvPr/>
        </p:nvSpPr>
        <p:spPr>
          <a:xfrm>
            <a:off x="805815" y="1347470"/>
            <a:ext cx="7289800" cy="29787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endParaRPr lang="en-US" altLang="en-US" sz="12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26866" t="27253" r="40647" b="46983"/>
          <a:stretch>
            <a:fillRect/>
          </a:stretch>
        </p:blipFill>
        <p:spPr>
          <a:xfrm>
            <a:off x="805815" y="1635125"/>
            <a:ext cx="4055745" cy="21202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 l="24405" t="56127" r="64275" b="28958"/>
          <a:stretch>
            <a:fillRect/>
          </a:stretch>
        </p:blipFill>
        <p:spPr>
          <a:xfrm>
            <a:off x="5759450" y="1275080"/>
            <a:ext cx="2180590" cy="1616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rcRect l="24307" t="56103" r="65256" b="32168"/>
          <a:stretch>
            <a:fillRect/>
          </a:stretch>
        </p:blipFill>
        <p:spPr>
          <a:xfrm>
            <a:off x="5759450" y="3034665"/>
            <a:ext cx="1910715" cy="1291590"/>
          </a:xfrm>
          <a:prstGeom prst="rect">
            <a:avLst/>
          </a:prstGeom>
        </p:spPr>
      </p:pic>
      <p:sp>
        <p:nvSpPr>
          <p:cNvPr id="14" name="Striped Right Arrow 13"/>
          <p:cNvSpPr/>
          <p:nvPr/>
        </p:nvSpPr>
        <p:spPr>
          <a:xfrm>
            <a:off x="4961890" y="2139315"/>
            <a:ext cx="696595" cy="150495"/>
          </a:xfrm>
          <a:prstGeom prst="striped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riped Right Arrow 14"/>
          <p:cNvSpPr/>
          <p:nvPr/>
        </p:nvSpPr>
        <p:spPr>
          <a:xfrm>
            <a:off x="4932045" y="3219450"/>
            <a:ext cx="696595" cy="150495"/>
          </a:xfrm>
          <a:prstGeom prst="striped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User Interface</a:t>
            </a:r>
            <a:endParaRPr lang="en-US" altLang="en-US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2950845" y="3220085"/>
            <a:ext cx="3218180" cy="713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dirty="0" smtClean="0"/>
              <a:t>Inventory Management System GUI</a:t>
            </a:r>
            <a:endParaRPr lang="en-US" altLang="en-US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&amp;Y\Downloads\WhatsApp Image 2024-12-26 at 1.35.48 AM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771" y="785905"/>
            <a:ext cx="4296722" cy="204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B&amp;Y\Downloads\WhatsApp Image 2024-12-26 at 1.36.44 AM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916" y="2931788"/>
            <a:ext cx="3888432" cy="186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522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B&amp;Y\Downloads\WhatsApp Image 2024-12-26 at 1.38.55 AM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543" y="2127641"/>
            <a:ext cx="2592288" cy="123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B&amp;Y\Downloads\WhatsApp Image 2024-12-26 at 1.44.50 AM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354" y="805481"/>
            <a:ext cx="2636477" cy="126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B&amp;Y\Downloads\WhatsApp Image 2024-12-26 at 1.50.59 AM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722" y="3363838"/>
            <a:ext cx="2546109" cy="121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509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93"/>
          <p:cNvSpPr/>
          <p:nvPr/>
        </p:nvSpPr>
        <p:spPr>
          <a:xfrm>
            <a:off x="8013100" y="54010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3" name="Google Shape;2223;p93"/>
          <p:cNvSpPr/>
          <p:nvPr/>
        </p:nvSpPr>
        <p:spPr>
          <a:xfrm>
            <a:off x="3353075" y="431390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4" name="Google Shape;2224;p93"/>
          <p:cNvSpPr txBox="1">
            <a:spLocks noGrp="1"/>
          </p:cNvSpPr>
          <p:nvPr>
            <p:ph type="title"/>
          </p:nvPr>
        </p:nvSpPr>
        <p:spPr>
          <a:xfrm>
            <a:off x="2060993" y="1717300"/>
            <a:ext cx="5016300" cy="17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ar-EG"/>
              <a:t>Thank you</a:t>
            </a:r>
          </a:p>
        </p:txBody>
      </p:sp>
      <p:grpSp>
        <p:nvGrpSpPr>
          <p:cNvPr id="2225" name="Google Shape;2225;p93"/>
          <p:cNvGrpSpPr/>
          <p:nvPr/>
        </p:nvGrpSpPr>
        <p:grpSpPr>
          <a:xfrm>
            <a:off x="7088092" y="2948651"/>
            <a:ext cx="1335901" cy="888060"/>
            <a:chOff x="3903179" y="2390563"/>
            <a:chExt cx="1335901" cy="888060"/>
          </a:xfrm>
        </p:grpSpPr>
        <p:grpSp>
          <p:nvGrpSpPr>
            <p:cNvPr id="2226" name="Google Shape;2226;p93"/>
            <p:cNvGrpSpPr/>
            <p:nvPr/>
          </p:nvGrpSpPr>
          <p:grpSpPr>
            <a:xfrm>
              <a:off x="3903179" y="2390563"/>
              <a:ext cx="1335901" cy="888060"/>
              <a:chOff x="4981963" y="3755000"/>
              <a:chExt cx="1001575" cy="735575"/>
            </a:xfrm>
          </p:grpSpPr>
          <p:sp>
            <p:nvSpPr>
              <p:cNvPr id="2227" name="Google Shape;2227;p93"/>
              <p:cNvSpPr/>
              <p:nvPr/>
            </p:nvSpPr>
            <p:spPr>
              <a:xfrm>
                <a:off x="4981963" y="3755000"/>
                <a:ext cx="10015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40063" h="29423" extrusionOk="0">
                    <a:moveTo>
                      <a:pt x="1916" y="0"/>
                    </a:moveTo>
                    <a:cubicBezTo>
                      <a:pt x="852" y="0"/>
                      <a:pt x="1" y="882"/>
                      <a:pt x="1" y="1945"/>
                    </a:cubicBezTo>
                    <a:lnTo>
                      <a:pt x="1" y="27478"/>
                    </a:lnTo>
                    <a:cubicBezTo>
                      <a:pt x="1" y="28541"/>
                      <a:pt x="852" y="29423"/>
                      <a:pt x="1916" y="29423"/>
                    </a:cubicBezTo>
                    <a:lnTo>
                      <a:pt x="38148" y="29423"/>
                    </a:lnTo>
                    <a:cubicBezTo>
                      <a:pt x="39211" y="29423"/>
                      <a:pt x="40063" y="28541"/>
                      <a:pt x="40063" y="27478"/>
                    </a:cubicBezTo>
                    <a:lnTo>
                      <a:pt x="40063" y="1976"/>
                    </a:lnTo>
                    <a:cubicBezTo>
                      <a:pt x="40063" y="882"/>
                      <a:pt x="39211" y="0"/>
                      <a:pt x="381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7620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93"/>
              <p:cNvSpPr/>
              <p:nvPr/>
            </p:nvSpPr>
            <p:spPr>
              <a:xfrm>
                <a:off x="5092913" y="4207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93"/>
              <p:cNvSpPr/>
              <p:nvPr/>
            </p:nvSpPr>
            <p:spPr>
              <a:xfrm>
                <a:off x="5092913" y="4286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93"/>
              <p:cNvSpPr/>
              <p:nvPr/>
            </p:nvSpPr>
            <p:spPr>
              <a:xfrm>
                <a:off x="5092913" y="4365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1" name="Google Shape;2231;p93"/>
            <p:cNvGrpSpPr/>
            <p:nvPr/>
          </p:nvGrpSpPr>
          <p:grpSpPr>
            <a:xfrm>
              <a:off x="4037359" y="2434200"/>
              <a:ext cx="468224" cy="468207"/>
              <a:chOff x="5921438" y="1923500"/>
              <a:chExt cx="707500" cy="707475"/>
            </a:xfrm>
          </p:grpSpPr>
          <p:sp>
            <p:nvSpPr>
              <p:cNvPr id="2232" name="Google Shape;2232;p93"/>
              <p:cNvSpPr/>
              <p:nvPr/>
            </p:nvSpPr>
            <p:spPr>
              <a:xfrm>
                <a:off x="5921438" y="1923500"/>
                <a:ext cx="707500" cy="707475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93"/>
              <p:cNvSpPr/>
              <p:nvPr/>
            </p:nvSpPr>
            <p:spPr>
              <a:xfrm>
                <a:off x="6070750" y="2199097"/>
                <a:ext cx="404418" cy="244866"/>
              </a:xfrm>
              <a:custGeom>
                <a:avLst/>
                <a:gdLst/>
                <a:ahLst/>
                <a:cxnLst/>
                <a:rect l="l" t="t" r="r" b="b"/>
                <a:pathLst>
                  <a:path w="18876" h="11429" extrusionOk="0">
                    <a:moveTo>
                      <a:pt x="11976" y="0"/>
                    </a:moveTo>
                    <a:lnTo>
                      <a:pt x="8085" y="6262"/>
                    </a:lnTo>
                    <a:lnTo>
                      <a:pt x="5654" y="2249"/>
                    </a:lnTo>
                    <a:lnTo>
                      <a:pt x="0" y="11429"/>
                    </a:lnTo>
                    <a:lnTo>
                      <a:pt x="18876" y="11429"/>
                    </a:lnTo>
                    <a:lnTo>
                      <a:pt x="119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93"/>
              <p:cNvSpPr/>
              <p:nvPr/>
            </p:nvSpPr>
            <p:spPr>
              <a:xfrm>
                <a:off x="6146294" y="2120938"/>
                <a:ext cx="89878" cy="89899"/>
              </a:xfrm>
              <a:custGeom>
                <a:avLst/>
                <a:gdLst/>
                <a:ahLst/>
                <a:cxnLst/>
                <a:rect l="l" t="t" r="r" b="b"/>
                <a:pathLst>
                  <a:path w="4195" h="4196" extrusionOk="0">
                    <a:moveTo>
                      <a:pt x="2097" y="1"/>
                    </a:moveTo>
                    <a:cubicBezTo>
                      <a:pt x="942" y="1"/>
                      <a:pt x="0" y="943"/>
                      <a:pt x="0" y="2098"/>
                    </a:cubicBezTo>
                    <a:cubicBezTo>
                      <a:pt x="0" y="3223"/>
                      <a:pt x="942" y="4195"/>
                      <a:pt x="2097" y="4195"/>
                    </a:cubicBezTo>
                    <a:cubicBezTo>
                      <a:pt x="3222" y="4195"/>
                      <a:pt x="4195" y="3223"/>
                      <a:pt x="4195" y="2098"/>
                    </a:cubicBezTo>
                    <a:cubicBezTo>
                      <a:pt x="4195" y="943"/>
                      <a:pt x="3222" y="1"/>
                      <a:pt x="2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5" name="Google Shape;2235;p93"/>
            <p:cNvGrpSpPr/>
            <p:nvPr/>
          </p:nvGrpSpPr>
          <p:grpSpPr>
            <a:xfrm>
              <a:off x="4571821" y="2645769"/>
              <a:ext cx="500473" cy="228451"/>
              <a:chOff x="5092913" y="4207125"/>
              <a:chExt cx="779675" cy="189225"/>
            </a:xfrm>
          </p:grpSpPr>
          <p:sp>
            <p:nvSpPr>
              <p:cNvPr id="2236" name="Google Shape;2236;p93"/>
              <p:cNvSpPr/>
              <p:nvPr/>
            </p:nvSpPr>
            <p:spPr>
              <a:xfrm>
                <a:off x="5092913" y="4207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93"/>
              <p:cNvSpPr/>
              <p:nvPr/>
            </p:nvSpPr>
            <p:spPr>
              <a:xfrm>
                <a:off x="5092913" y="4286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93"/>
              <p:cNvSpPr/>
              <p:nvPr/>
            </p:nvSpPr>
            <p:spPr>
              <a:xfrm>
                <a:off x="5092913" y="4365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39" name="Google Shape;2239;p93"/>
            <p:cNvSpPr/>
            <p:nvPr/>
          </p:nvSpPr>
          <p:spPr>
            <a:xfrm>
              <a:off x="4571821" y="2548146"/>
              <a:ext cx="500473" cy="36732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0" name="Google Shape;2240;p93"/>
          <p:cNvGrpSpPr/>
          <p:nvPr/>
        </p:nvGrpSpPr>
        <p:grpSpPr>
          <a:xfrm>
            <a:off x="6794302" y="3514136"/>
            <a:ext cx="485166" cy="485122"/>
            <a:chOff x="3933325" y="3806050"/>
            <a:chExt cx="633707" cy="633733"/>
          </a:xfrm>
        </p:grpSpPr>
        <p:sp>
          <p:nvSpPr>
            <p:cNvPr id="2241" name="Google Shape;2241;p93"/>
            <p:cNvSpPr/>
            <p:nvPr/>
          </p:nvSpPr>
          <p:spPr>
            <a:xfrm>
              <a:off x="3933325" y="3806050"/>
              <a:ext cx="633707" cy="633733"/>
            </a:xfrm>
            <a:custGeom>
              <a:avLst/>
              <a:gdLst/>
              <a:ahLst/>
              <a:cxnLst/>
              <a:rect l="l" t="t" r="r" b="b"/>
              <a:pathLst>
                <a:path w="24986" h="24987" extrusionOk="0">
                  <a:moveTo>
                    <a:pt x="4863" y="1"/>
                  </a:moveTo>
                  <a:cubicBezTo>
                    <a:pt x="2158" y="1"/>
                    <a:pt x="0" y="2189"/>
                    <a:pt x="0" y="4864"/>
                  </a:cubicBezTo>
                  <a:lnTo>
                    <a:pt x="0" y="20123"/>
                  </a:lnTo>
                  <a:cubicBezTo>
                    <a:pt x="0" y="22828"/>
                    <a:pt x="2189" y="24986"/>
                    <a:pt x="4863" y="24986"/>
                  </a:cubicBezTo>
                  <a:lnTo>
                    <a:pt x="20122" y="24986"/>
                  </a:lnTo>
                  <a:cubicBezTo>
                    <a:pt x="22827" y="24986"/>
                    <a:pt x="24985" y="22828"/>
                    <a:pt x="24985" y="20123"/>
                  </a:cubicBezTo>
                  <a:lnTo>
                    <a:pt x="24985" y="4864"/>
                  </a:lnTo>
                  <a:cubicBezTo>
                    <a:pt x="24985" y="2159"/>
                    <a:pt x="22797" y="1"/>
                    <a:pt x="20122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93"/>
            <p:cNvSpPr/>
            <p:nvPr/>
          </p:nvSpPr>
          <p:spPr>
            <a:xfrm>
              <a:off x="4038151" y="3846150"/>
              <a:ext cx="424036" cy="403974"/>
            </a:xfrm>
            <a:custGeom>
              <a:avLst/>
              <a:gdLst/>
              <a:ahLst/>
              <a:cxnLst/>
              <a:rect l="l" t="t" r="r" b="b"/>
              <a:pathLst>
                <a:path w="16719" h="15928" extrusionOk="0">
                  <a:moveTo>
                    <a:pt x="8360" y="0"/>
                  </a:moveTo>
                  <a:lnTo>
                    <a:pt x="5776" y="5259"/>
                  </a:lnTo>
                  <a:lnTo>
                    <a:pt x="1" y="6080"/>
                  </a:lnTo>
                  <a:lnTo>
                    <a:pt x="4196" y="10153"/>
                  </a:lnTo>
                  <a:lnTo>
                    <a:pt x="3192" y="15928"/>
                  </a:lnTo>
                  <a:lnTo>
                    <a:pt x="8360" y="13192"/>
                  </a:lnTo>
                  <a:lnTo>
                    <a:pt x="13527" y="15928"/>
                  </a:lnTo>
                  <a:lnTo>
                    <a:pt x="12554" y="10153"/>
                  </a:lnTo>
                  <a:lnTo>
                    <a:pt x="16719" y="6080"/>
                  </a:lnTo>
                  <a:lnTo>
                    <a:pt x="10943" y="5259"/>
                  </a:lnTo>
                  <a:lnTo>
                    <a:pt x="83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93"/>
            <p:cNvSpPr/>
            <p:nvPr/>
          </p:nvSpPr>
          <p:spPr>
            <a:xfrm>
              <a:off x="4079011" y="4365773"/>
              <a:ext cx="343865" cy="25"/>
            </a:xfrm>
            <a:custGeom>
              <a:avLst/>
              <a:gdLst/>
              <a:ahLst/>
              <a:cxnLst/>
              <a:rect l="l" t="t" r="r" b="b"/>
              <a:pathLst>
                <a:path w="13558" h="1" fill="none" extrusionOk="0">
                  <a:moveTo>
                    <a:pt x="1" y="0"/>
                  </a:moveTo>
                  <a:lnTo>
                    <a:pt x="13557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93"/>
            <p:cNvSpPr/>
            <p:nvPr/>
          </p:nvSpPr>
          <p:spPr>
            <a:xfrm>
              <a:off x="4079011" y="4314869"/>
              <a:ext cx="343865" cy="25"/>
            </a:xfrm>
            <a:custGeom>
              <a:avLst/>
              <a:gdLst/>
              <a:ahLst/>
              <a:cxnLst/>
              <a:rect l="l" t="t" r="r" b="b"/>
              <a:pathLst>
                <a:path w="13558" h="1" fill="none" extrusionOk="0">
                  <a:moveTo>
                    <a:pt x="1" y="1"/>
                  </a:moveTo>
                  <a:lnTo>
                    <a:pt x="13557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5" name="Google Shape;2245;p93"/>
          <p:cNvGrpSpPr/>
          <p:nvPr/>
        </p:nvGrpSpPr>
        <p:grpSpPr>
          <a:xfrm>
            <a:off x="735614" y="2878682"/>
            <a:ext cx="1013848" cy="1013812"/>
            <a:chOff x="5146250" y="3137125"/>
            <a:chExt cx="707500" cy="707475"/>
          </a:xfrm>
        </p:grpSpPr>
        <p:sp>
          <p:nvSpPr>
            <p:cNvPr id="2246" name="Google Shape;2246;p93"/>
            <p:cNvSpPr/>
            <p:nvPr/>
          </p:nvSpPr>
          <p:spPr>
            <a:xfrm>
              <a:off x="5146250" y="3137125"/>
              <a:ext cx="707500" cy="707475"/>
            </a:xfrm>
            <a:custGeom>
              <a:avLst/>
              <a:gdLst/>
              <a:ahLst/>
              <a:cxnLst/>
              <a:rect l="l" t="t" r="r" b="b"/>
              <a:pathLst>
                <a:path w="28300" h="28299" extrusionOk="0">
                  <a:moveTo>
                    <a:pt x="25260" y="28298"/>
                  </a:moveTo>
                  <a:lnTo>
                    <a:pt x="3040" y="28298"/>
                  </a:lnTo>
                  <a:cubicBezTo>
                    <a:pt x="1369" y="28298"/>
                    <a:pt x="1" y="26931"/>
                    <a:pt x="1" y="25259"/>
                  </a:cubicBezTo>
                  <a:lnTo>
                    <a:pt x="1" y="3040"/>
                  </a:lnTo>
                  <a:cubicBezTo>
                    <a:pt x="1" y="1368"/>
                    <a:pt x="1369" y="0"/>
                    <a:pt x="3040" y="0"/>
                  </a:cubicBezTo>
                  <a:lnTo>
                    <a:pt x="25260" y="0"/>
                  </a:lnTo>
                  <a:cubicBezTo>
                    <a:pt x="26931" y="0"/>
                    <a:pt x="28299" y="1368"/>
                    <a:pt x="28299" y="3040"/>
                  </a:cubicBezTo>
                  <a:lnTo>
                    <a:pt x="28299" y="25259"/>
                  </a:lnTo>
                  <a:cubicBezTo>
                    <a:pt x="28299" y="26931"/>
                    <a:pt x="26931" y="28298"/>
                    <a:pt x="25260" y="282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93"/>
            <p:cNvSpPr/>
            <p:nvPr/>
          </p:nvSpPr>
          <p:spPr>
            <a:xfrm>
              <a:off x="5241250" y="3704000"/>
              <a:ext cx="297150" cy="47900"/>
            </a:xfrm>
            <a:custGeom>
              <a:avLst/>
              <a:gdLst/>
              <a:ahLst/>
              <a:cxnLst/>
              <a:rect l="l" t="t" r="r" b="b"/>
              <a:pathLst>
                <a:path w="11886" h="1916" extrusionOk="0">
                  <a:moveTo>
                    <a:pt x="10943" y="1915"/>
                  </a:moveTo>
                  <a:lnTo>
                    <a:pt x="943" y="1915"/>
                  </a:lnTo>
                  <a:cubicBezTo>
                    <a:pt x="426" y="1915"/>
                    <a:pt x="0" y="1490"/>
                    <a:pt x="0" y="942"/>
                  </a:cubicBezTo>
                  <a:lnTo>
                    <a:pt x="0" y="942"/>
                  </a:lnTo>
                  <a:cubicBezTo>
                    <a:pt x="0" y="426"/>
                    <a:pt x="426" y="0"/>
                    <a:pt x="943" y="0"/>
                  </a:cubicBezTo>
                  <a:lnTo>
                    <a:pt x="10943" y="0"/>
                  </a:lnTo>
                  <a:cubicBezTo>
                    <a:pt x="11459" y="0"/>
                    <a:pt x="11885" y="426"/>
                    <a:pt x="11885" y="942"/>
                  </a:cubicBezTo>
                  <a:lnTo>
                    <a:pt x="11885" y="942"/>
                  </a:lnTo>
                  <a:cubicBezTo>
                    <a:pt x="11885" y="1490"/>
                    <a:pt x="11459" y="1915"/>
                    <a:pt x="10943" y="1915"/>
                  </a:cubicBezTo>
                  <a:close/>
                </a:path>
              </a:pathLst>
            </a:custGeom>
            <a:solidFill>
              <a:srgbClr val="DEDBF9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93"/>
            <p:cNvSpPr/>
            <p:nvPr/>
          </p:nvSpPr>
          <p:spPr>
            <a:xfrm>
              <a:off x="5241250" y="3704000"/>
              <a:ext cx="297150" cy="47900"/>
            </a:xfrm>
            <a:custGeom>
              <a:avLst/>
              <a:gdLst/>
              <a:ahLst/>
              <a:cxnLst/>
              <a:rect l="l" t="t" r="r" b="b"/>
              <a:pathLst>
                <a:path w="11886" h="1916" fill="none" extrusionOk="0">
                  <a:moveTo>
                    <a:pt x="10943" y="1915"/>
                  </a:moveTo>
                  <a:lnTo>
                    <a:pt x="943" y="1915"/>
                  </a:lnTo>
                  <a:cubicBezTo>
                    <a:pt x="426" y="1915"/>
                    <a:pt x="0" y="1490"/>
                    <a:pt x="0" y="942"/>
                  </a:cubicBezTo>
                  <a:lnTo>
                    <a:pt x="0" y="942"/>
                  </a:lnTo>
                  <a:cubicBezTo>
                    <a:pt x="0" y="426"/>
                    <a:pt x="426" y="0"/>
                    <a:pt x="943" y="0"/>
                  </a:cubicBezTo>
                  <a:lnTo>
                    <a:pt x="10943" y="0"/>
                  </a:lnTo>
                  <a:cubicBezTo>
                    <a:pt x="11459" y="0"/>
                    <a:pt x="11885" y="426"/>
                    <a:pt x="11885" y="942"/>
                  </a:cubicBezTo>
                  <a:lnTo>
                    <a:pt x="11885" y="942"/>
                  </a:lnTo>
                  <a:cubicBezTo>
                    <a:pt x="11885" y="1490"/>
                    <a:pt x="11459" y="1915"/>
                    <a:pt x="10943" y="1915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E0DDFB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93"/>
            <p:cNvSpPr/>
            <p:nvPr/>
          </p:nvSpPr>
          <p:spPr>
            <a:xfrm>
              <a:off x="5582425" y="3704000"/>
              <a:ext cx="176325" cy="47900"/>
            </a:xfrm>
            <a:custGeom>
              <a:avLst/>
              <a:gdLst/>
              <a:ahLst/>
              <a:cxnLst/>
              <a:rect l="l" t="t" r="r" b="b"/>
              <a:pathLst>
                <a:path w="7053" h="1916" extrusionOk="0">
                  <a:moveTo>
                    <a:pt x="6111" y="1915"/>
                  </a:moveTo>
                  <a:lnTo>
                    <a:pt x="943" y="1915"/>
                  </a:lnTo>
                  <a:cubicBezTo>
                    <a:pt x="396" y="1915"/>
                    <a:pt x="1" y="1490"/>
                    <a:pt x="1" y="942"/>
                  </a:cubicBezTo>
                  <a:lnTo>
                    <a:pt x="1" y="942"/>
                  </a:lnTo>
                  <a:cubicBezTo>
                    <a:pt x="1" y="426"/>
                    <a:pt x="396" y="0"/>
                    <a:pt x="943" y="0"/>
                  </a:cubicBezTo>
                  <a:lnTo>
                    <a:pt x="6111" y="0"/>
                  </a:lnTo>
                  <a:cubicBezTo>
                    <a:pt x="6627" y="0"/>
                    <a:pt x="7053" y="426"/>
                    <a:pt x="7053" y="942"/>
                  </a:cubicBezTo>
                  <a:lnTo>
                    <a:pt x="7053" y="942"/>
                  </a:lnTo>
                  <a:cubicBezTo>
                    <a:pt x="7053" y="1490"/>
                    <a:pt x="6627" y="1915"/>
                    <a:pt x="6111" y="1915"/>
                  </a:cubicBezTo>
                  <a:close/>
                </a:path>
              </a:pathLst>
            </a:custGeom>
            <a:solidFill>
              <a:srgbClr val="DEDBF9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93"/>
            <p:cNvSpPr/>
            <p:nvPr/>
          </p:nvSpPr>
          <p:spPr>
            <a:xfrm>
              <a:off x="5582425" y="3704000"/>
              <a:ext cx="176325" cy="47900"/>
            </a:xfrm>
            <a:custGeom>
              <a:avLst/>
              <a:gdLst/>
              <a:ahLst/>
              <a:cxnLst/>
              <a:rect l="l" t="t" r="r" b="b"/>
              <a:pathLst>
                <a:path w="7053" h="1916" fill="none" extrusionOk="0">
                  <a:moveTo>
                    <a:pt x="6111" y="1915"/>
                  </a:moveTo>
                  <a:lnTo>
                    <a:pt x="943" y="1915"/>
                  </a:lnTo>
                  <a:cubicBezTo>
                    <a:pt x="396" y="1915"/>
                    <a:pt x="1" y="1490"/>
                    <a:pt x="1" y="942"/>
                  </a:cubicBezTo>
                  <a:lnTo>
                    <a:pt x="1" y="942"/>
                  </a:lnTo>
                  <a:cubicBezTo>
                    <a:pt x="1" y="426"/>
                    <a:pt x="396" y="0"/>
                    <a:pt x="943" y="0"/>
                  </a:cubicBezTo>
                  <a:lnTo>
                    <a:pt x="6111" y="0"/>
                  </a:lnTo>
                  <a:cubicBezTo>
                    <a:pt x="6627" y="0"/>
                    <a:pt x="7053" y="426"/>
                    <a:pt x="7053" y="942"/>
                  </a:cubicBezTo>
                  <a:lnTo>
                    <a:pt x="7053" y="942"/>
                  </a:lnTo>
                  <a:cubicBezTo>
                    <a:pt x="7053" y="1490"/>
                    <a:pt x="6627" y="1915"/>
                    <a:pt x="6111" y="1915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E0DDFB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93"/>
            <p:cNvSpPr/>
            <p:nvPr/>
          </p:nvSpPr>
          <p:spPr>
            <a:xfrm>
              <a:off x="5241250" y="3232850"/>
              <a:ext cx="517500" cy="285750"/>
            </a:xfrm>
            <a:custGeom>
              <a:avLst/>
              <a:gdLst/>
              <a:ahLst/>
              <a:cxnLst/>
              <a:rect l="l" t="t" r="r" b="b"/>
              <a:pathLst>
                <a:path w="20700" h="11430" extrusionOk="0">
                  <a:moveTo>
                    <a:pt x="19180" y="11430"/>
                  </a:moveTo>
                  <a:lnTo>
                    <a:pt x="1520" y="11430"/>
                  </a:lnTo>
                  <a:cubicBezTo>
                    <a:pt x="669" y="11430"/>
                    <a:pt x="0" y="10761"/>
                    <a:pt x="0" y="9910"/>
                  </a:cubicBezTo>
                  <a:lnTo>
                    <a:pt x="0" y="1521"/>
                  </a:lnTo>
                  <a:cubicBezTo>
                    <a:pt x="0" y="670"/>
                    <a:pt x="669" y="1"/>
                    <a:pt x="1520" y="1"/>
                  </a:cubicBezTo>
                  <a:lnTo>
                    <a:pt x="19180" y="1"/>
                  </a:lnTo>
                  <a:cubicBezTo>
                    <a:pt x="20031" y="1"/>
                    <a:pt x="20700" y="670"/>
                    <a:pt x="20700" y="1521"/>
                  </a:cubicBezTo>
                  <a:lnTo>
                    <a:pt x="20700" y="9910"/>
                  </a:lnTo>
                  <a:cubicBezTo>
                    <a:pt x="20700" y="10761"/>
                    <a:pt x="20031" y="11430"/>
                    <a:pt x="19180" y="114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93"/>
            <p:cNvSpPr/>
            <p:nvPr/>
          </p:nvSpPr>
          <p:spPr>
            <a:xfrm>
              <a:off x="5241250" y="3232850"/>
              <a:ext cx="517500" cy="285750"/>
            </a:xfrm>
            <a:custGeom>
              <a:avLst/>
              <a:gdLst/>
              <a:ahLst/>
              <a:cxnLst/>
              <a:rect l="l" t="t" r="r" b="b"/>
              <a:pathLst>
                <a:path w="20700" h="11430" fill="none" extrusionOk="0">
                  <a:moveTo>
                    <a:pt x="19180" y="11430"/>
                  </a:moveTo>
                  <a:lnTo>
                    <a:pt x="1520" y="11430"/>
                  </a:lnTo>
                  <a:cubicBezTo>
                    <a:pt x="669" y="11430"/>
                    <a:pt x="0" y="10761"/>
                    <a:pt x="0" y="9910"/>
                  </a:cubicBezTo>
                  <a:lnTo>
                    <a:pt x="0" y="1521"/>
                  </a:lnTo>
                  <a:cubicBezTo>
                    <a:pt x="0" y="670"/>
                    <a:pt x="669" y="1"/>
                    <a:pt x="1520" y="1"/>
                  </a:cubicBezTo>
                  <a:lnTo>
                    <a:pt x="19180" y="1"/>
                  </a:lnTo>
                  <a:cubicBezTo>
                    <a:pt x="20031" y="1"/>
                    <a:pt x="20700" y="670"/>
                    <a:pt x="20700" y="1521"/>
                  </a:cubicBezTo>
                  <a:lnTo>
                    <a:pt x="20700" y="9910"/>
                  </a:lnTo>
                  <a:cubicBezTo>
                    <a:pt x="20700" y="10761"/>
                    <a:pt x="20031" y="11430"/>
                    <a:pt x="19180" y="11430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93"/>
            <p:cNvSpPr/>
            <p:nvPr/>
          </p:nvSpPr>
          <p:spPr>
            <a:xfrm>
              <a:off x="5458575" y="3324050"/>
              <a:ext cx="86650" cy="101850"/>
            </a:xfrm>
            <a:custGeom>
              <a:avLst/>
              <a:gdLst/>
              <a:ahLst/>
              <a:cxnLst/>
              <a:rect l="l" t="t" r="r" b="b"/>
              <a:pathLst>
                <a:path w="3466" h="4074" extrusionOk="0">
                  <a:moveTo>
                    <a:pt x="3222" y="1703"/>
                  </a:moveTo>
                  <a:lnTo>
                    <a:pt x="578" y="152"/>
                  </a:lnTo>
                  <a:cubicBezTo>
                    <a:pt x="304" y="0"/>
                    <a:pt x="0" y="183"/>
                    <a:pt x="0" y="487"/>
                  </a:cubicBezTo>
                  <a:lnTo>
                    <a:pt x="0" y="3557"/>
                  </a:lnTo>
                  <a:cubicBezTo>
                    <a:pt x="0" y="3861"/>
                    <a:pt x="304" y="4073"/>
                    <a:pt x="578" y="3921"/>
                  </a:cubicBezTo>
                  <a:lnTo>
                    <a:pt x="3222" y="2341"/>
                  </a:lnTo>
                  <a:cubicBezTo>
                    <a:pt x="3466" y="2250"/>
                    <a:pt x="3466" y="1855"/>
                    <a:pt x="3222" y="17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93"/>
            <p:cNvSpPr/>
            <p:nvPr/>
          </p:nvSpPr>
          <p:spPr>
            <a:xfrm>
              <a:off x="5257200" y="3608250"/>
              <a:ext cx="484850" cy="25"/>
            </a:xfrm>
            <a:custGeom>
              <a:avLst/>
              <a:gdLst/>
              <a:ahLst/>
              <a:cxnLst/>
              <a:rect l="l" t="t" r="r" b="b"/>
              <a:pathLst>
                <a:path w="19394" h="1" fill="none" extrusionOk="0">
                  <a:moveTo>
                    <a:pt x="1" y="0"/>
                  </a:moveTo>
                  <a:lnTo>
                    <a:pt x="19393" y="0"/>
                  </a:lnTo>
                </a:path>
              </a:pathLst>
            </a:custGeom>
            <a:noFill/>
            <a:ln w="19000" cap="rnd" cmpd="sng">
              <a:solidFill>
                <a:srgbClr val="DEDBF9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93"/>
            <p:cNvSpPr/>
            <p:nvPr/>
          </p:nvSpPr>
          <p:spPr>
            <a:xfrm>
              <a:off x="5257200" y="3608250"/>
              <a:ext cx="152775" cy="25"/>
            </a:xfrm>
            <a:custGeom>
              <a:avLst/>
              <a:gdLst/>
              <a:ahLst/>
              <a:cxnLst/>
              <a:rect l="l" t="t" r="r" b="b"/>
              <a:pathLst>
                <a:path w="6111" h="1" fill="none" extrusionOk="0">
                  <a:moveTo>
                    <a:pt x="1" y="0"/>
                  </a:moveTo>
                  <a:lnTo>
                    <a:pt x="6110" y="0"/>
                  </a:lnTo>
                </a:path>
              </a:pathLst>
            </a:custGeom>
            <a:noFill/>
            <a:ln w="19000" cap="rnd" cmpd="sng">
              <a:solidFill>
                <a:srgbClr val="D074B5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93"/>
            <p:cNvSpPr/>
            <p:nvPr/>
          </p:nvSpPr>
          <p:spPr>
            <a:xfrm>
              <a:off x="5365100" y="3576325"/>
              <a:ext cx="63100" cy="63100"/>
            </a:xfrm>
            <a:custGeom>
              <a:avLst/>
              <a:gdLst/>
              <a:ahLst/>
              <a:cxnLst/>
              <a:rect l="l" t="t" r="r" b="b"/>
              <a:pathLst>
                <a:path w="2524" h="2524" extrusionOk="0">
                  <a:moveTo>
                    <a:pt x="2524" y="1277"/>
                  </a:moveTo>
                  <a:cubicBezTo>
                    <a:pt x="2524" y="1976"/>
                    <a:pt x="1977" y="2524"/>
                    <a:pt x="1277" y="2524"/>
                  </a:cubicBezTo>
                  <a:cubicBezTo>
                    <a:pt x="578" y="2524"/>
                    <a:pt x="1" y="1976"/>
                    <a:pt x="1" y="1277"/>
                  </a:cubicBezTo>
                  <a:cubicBezTo>
                    <a:pt x="1" y="578"/>
                    <a:pt x="578" y="1"/>
                    <a:pt x="1277" y="1"/>
                  </a:cubicBezTo>
                  <a:cubicBezTo>
                    <a:pt x="1977" y="1"/>
                    <a:pt x="2524" y="578"/>
                    <a:pt x="2524" y="1277"/>
                  </a:cubicBezTo>
                  <a:close/>
                </a:path>
              </a:pathLst>
            </a:custGeom>
            <a:solidFill>
              <a:srgbClr val="DD81C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7" name="Google Shape;2257;p93"/>
          <p:cNvGrpSpPr/>
          <p:nvPr/>
        </p:nvGrpSpPr>
        <p:grpSpPr>
          <a:xfrm>
            <a:off x="1218479" y="3836707"/>
            <a:ext cx="1196850" cy="348800"/>
            <a:chOff x="2175350" y="3842350"/>
            <a:chExt cx="1196850" cy="348800"/>
          </a:xfrm>
        </p:grpSpPr>
        <p:sp>
          <p:nvSpPr>
            <p:cNvPr id="2258" name="Google Shape;2258;p93"/>
            <p:cNvSpPr/>
            <p:nvPr/>
          </p:nvSpPr>
          <p:spPr>
            <a:xfrm>
              <a:off x="2597075" y="3842350"/>
              <a:ext cx="348825" cy="348800"/>
            </a:xfrm>
            <a:custGeom>
              <a:avLst/>
              <a:gdLst/>
              <a:ahLst/>
              <a:cxnLst/>
              <a:rect l="l" t="t" r="r" b="b"/>
              <a:pathLst>
                <a:path w="13953" h="13952" extrusionOk="0">
                  <a:moveTo>
                    <a:pt x="10183" y="13952"/>
                  </a:moveTo>
                  <a:lnTo>
                    <a:pt x="3770" y="13952"/>
                  </a:lnTo>
                  <a:cubicBezTo>
                    <a:pt x="1673" y="13952"/>
                    <a:pt x="1" y="12280"/>
                    <a:pt x="1" y="10183"/>
                  </a:cubicBezTo>
                  <a:lnTo>
                    <a:pt x="1" y="3769"/>
                  </a:lnTo>
                  <a:cubicBezTo>
                    <a:pt x="1" y="1672"/>
                    <a:pt x="1673" y="0"/>
                    <a:pt x="3770" y="0"/>
                  </a:cubicBezTo>
                  <a:lnTo>
                    <a:pt x="10183" y="0"/>
                  </a:lnTo>
                  <a:cubicBezTo>
                    <a:pt x="12281" y="0"/>
                    <a:pt x="13952" y="1672"/>
                    <a:pt x="13952" y="3769"/>
                  </a:cubicBezTo>
                  <a:lnTo>
                    <a:pt x="13952" y="10183"/>
                  </a:lnTo>
                  <a:cubicBezTo>
                    <a:pt x="13952" y="12250"/>
                    <a:pt x="12281" y="13952"/>
                    <a:pt x="10183" y="139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93"/>
            <p:cNvSpPr/>
            <p:nvPr/>
          </p:nvSpPr>
          <p:spPr>
            <a:xfrm>
              <a:off x="2673075" y="3915300"/>
              <a:ext cx="201400" cy="201375"/>
            </a:xfrm>
            <a:custGeom>
              <a:avLst/>
              <a:gdLst/>
              <a:ahLst/>
              <a:cxnLst/>
              <a:rect l="l" t="t" r="r" b="b"/>
              <a:pathLst>
                <a:path w="8056" h="8055" extrusionOk="0">
                  <a:moveTo>
                    <a:pt x="4043" y="608"/>
                  </a:moveTo>
                  <a:cubicBezTo>
                    <a:pt x="5897" y="608"/>
                    <a:pt x="7447" y="2128"/>
                    <a:pt x="7447" y="4043"/>
                  </a:cubicBezTo>
                  <a:cubicBezTo>
                    <a:pt x="7447" y="5927"/>
                    <a:pt x="5897" y="7447"/>
                    <a:pt x="4043" y="7447"/>
                  </a:cubicBezTo>
                  <a:cubicBezTo>
                    <a:pt x="2128" y="7447"/>
                    <a:pt x="608" y="5897"/>
                    <a:pt x="608" y="4043"/>
                  </a:cubicBezTo>
                  <a:cubicBezTo>
                    <a:pt x="608" y="2128"/>
                    <a:pt x="2189" y="608"/>
                    <a:pt x="4043" y="608"/>
                  </a:cubicBezTo>
                  <a:close/>
                  <a:moveTo>
                    <a:pt x="4043" y="0"/>
                  </a:moveTo>
                  <a:cubicBezTo>
                    <a:pt x="1824" y="0"/>
                    <a:pt x="0" y="1793"/>
                    <a:pt x="0" y="4043"/>
                  </a:cubicBezTo>
                  <a:cubicBezTo>
                    <a:pt x="0" y="6231"/>
                    <a:pt x="1794" y="8055"/>
                    <a:pt x="4043" y="8055"/>
                  </a:cubicBezTo>
                  <a:cubicBezTo>
                    <a:pt x="6292" y="8055"/>
                    <a:pt x="8055" y="6292"/>
                    <a:pt x="8055" y="4043"/>
                  </a:cubicBezTo>
                  <a:cubicBezTo>
                    <a:pt x="8055" y="1824"/>
                    <a:pt x="6262" y="0"/>
                    <a:pt x="40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93"/>
            <p:cNvSpPr/>
            <p:nvPr/>
          </p:nvSpPr>
          <p:spPr>
            <a:xfrm>
              <a:off x="2750575" y="3973950"/>
              <a:ext cx="72975" cy="85600"/>
            </a:xfrm>
            <a:custGeom>
              <a:avLst/>
              <a:gdLst/>
              <a:ahLst/>
              <a:cxnLst/>
              <a:rect l="l" t="t" r="r" b="b"/>
              <a:pathLst>
                <a:path w="2919" h="3424" extrusionOk="0">
                  <a:moveTo>
                    <a:pt x="347" y="0"/>
                  </a:moveTo>
                  <a:cubicBezTo>
                    <a:pt x="172" y="0"/>
                    <a:pt x="1" y="154"/>
                    <a:pt x="1" y="359"/>
                  </a:cubicBezTo>
                  <a:lnTo>
                    <a:pt x="1" y="3065"/>
                  </a:lnTo>
                  <a:cubicBezTo>
                    <a:pt x="1" y="3270"/>
                    <a:pt x="172" y="3424"/>
                    <a:pt x="347" y="3424"/>
                  </a:cubicBezTo>
                  <a:cubicBezTo>
                    <a:pt x="405" y="3424"/>
                    <a:pt x="464" y="3407"/>
                    <a:pt x="517" y="3369"/>
                  </a:cubicBezTo>
                  <a:lnTo>
                    <a:pt x="2676" y="2001"/>
                  </a:lnTo>
                  <a:cubicBezTo>
                    <a:pt x="2919" y="1849"/>
                    <a:pt x="2919" y="1545"/>
                    <a:pt x="2676" y="1423"/>
                  </a:cubicBezTo>
                  <a:lnTo>
                    <a:pt x="517" y="55"/>
                  </a:lnTo>
                  <a:cubicBezTo>
                    <a:pt x="464" y="17"/>
                    <a:pt x="405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93"/>
            <p:cNvSpPr/>
            <p:nvPr/>
          </p:nvSpPr>
          <p:spPr>
            <a:xfrm>
              <a:off x="3024150" y="3842350"/>
              <a:ext cx="348050" cy="348800"/>
            </a:xfrm>
            <a:custGeom>
              <a:avLst/>
              <a:gdLst/>
              <a:ahLst/>
              <a:cxnLst/>
              <a:rect l="l" t="t" r="r" b="b"/>
              <a:pathLst>
                <a:path w="13922" h="13952" extrusionOk="0">
                  <a:moveTo>
                    <a:pt x="10183" y="13952"/>
                  </a:moveTo>
                  <a:lnTo>
                    <a:pt x="3739" y="13952"/>
                  </a:lnTo>
                  <a:cubicBezTo>
                    <a:pt x="1672" y="13952"/>
                    <a:pt x="0" y="12280"/>
                    <a:pt x="0" y="10183"/>
                  </a:cubicBezTo>
                  <a:lnTo>
                    <a:pt x="0" y="3769"/>
                  </a:lnTo>
                  <a:cubicBezTo>
                    <a:pt x="0" y="1672"/>
                    <a:pt x="1672" y="0"/>
                    <a:pt x="3739" y="0"/>
                  </a:cubicBezTo>
                  <a:lnTo>
                    <a:pt x="10183" y="0"/>
                  </a:lnTo>
                  <a:cubicBezTo>
                    <a:pt x="12250" y="0"/>
                    <a:pt x="13921" y="1672"/>
                    <a:pt x="13921" y="3769"/>
                  </a:cubicBezTo>
                  <a:lnTo>
                    <a:pt x="13921" y="10183"/>
                  </a:lnTo>
                  <a:cubicBezTo>
                    <a:pt x="13921" y="12250"/>
                    <a:pt x="12250" y="13952"/>
                    <a:pt x="10183" y="139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93"/>
            <p:cNvSpPr/>
            <p:nvPr/>
          </p:nvSpPr>
          <p:spPr>
            <a:xfrm>
              <a:off x="3122925" y="3963425"/>
              <a:ext cx="88925" cy="105875"/>
            </a:xfrm>
            <a:custGeom>
              <a:avLst/>
              <a:gdLst/>
              <a:ahLst/>
              <a:cxnLst/>
              <a:rect l="l" t="t" r="r" b="b"/>
              <a:pathLst>
                <a:path w="3557" h="4235" extrusionOk="0">
                  <a:moveTo>
                    <a:pt x="445" y="1"/>
                  </a:moveTo>
                  <a:cubicBezTo>
                    <a:pt x="220" y="1"/>
                    <a:pt x="1" y="187"/>
                    <a:pt x="1" y="446"/>
                  </a:cubicBezTo>
                  <a:lnTo>
                    <a:pt x="1" y="3790"/>
                  </a:lnTo>
                  <a:cubicBezTo>
                    <a:pt x="1" y="4037"/>
                    <a:pt x="184" y="4234"/>
                    <a:pt x="402" y="4234"/>
                  </a:cubicBezTo>
                  <a:cubicBezTo>
                    <a:pt x="479" y="4234"/>
                    <a:pt x="560" y="4210"/>
                    <a:pt x="639" y="4154"/>
                  </a:cubicBezTo>
                  <a:lnTo>
                    <a:pt x="3283" y="2483"/>
                  </a:lnTo>
                  <a:cubicBezTo>
                    <a:pt x="3557" y="2300"/>
                    <a:pt x="3557" y="1935"/>
                    <a:pt x="3283" y="1723"/>
                  </a:cubicBezTo>
                  <a:lnTo>
                    <a:pt x="639" y="51"/>
                  </a:lnTo>
                  <a:cubicBezTo>
                    <a:pt x="577" y="17"/>
                    <a:pt x="511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93"/>
            <p:cNvSpPr/>
            <p:nvPr/>
          </p:nvSpPr>
          <p:spPr>
            <a:xfrm>
              <a:off x="3186000" y="3963425"/>
              <a:ext cx="90450" cy="105875"/>
            </a:xfrm>
            <a:custGeom>
              <a:avLst/>
              <a:gdLst/>
              <a:ahLst/>
              <a:cxnLst/>
              <a:rect l="l" t="t" r="r" b="b"/>
              <a:pathLst>
                <a:path w="3618" h="4235" extrusionOk="0">
                  <a:moveTo>
                    <a:pt x="472" y="1"/>
                  </a:moveTo>
                  <a:cubicBezTo>
                    <a:pt x="238" y="1"/>
                    <a:pt x="0" y="187"/>
                    <a:pt x="0" y="446"/>
                  </a:cubicBezTo>
                  <a:lnTo>
                    <a:pt x="0" y="3790"/>
                  </a:lnTo>
                  <a:cubicBezTo>
                    <a:pt x="0" y="4037"/>
                    <a:pt x="200" y="4234"/>
                    <a:pt x="427" y="4234"/>
                  </a:cubicBezTo>
                  <a:cubicBezTo>
                    <a:pt x="507" y="4234"/>
                    <a:pt x="590" y="4210"/>
                    <a:pt x="669" y="4154"/>
                  </a:cubicBezTo>
                  <a:lnTo>
                    <a:pt x="3314" y="2483"/>
                  </a:lnTo>
                  <a:cubicBezTo>
                    <a:pt x="3618" y="2300"/>
                    <a:pt x="3618" y="1935"/>
                    <a:pt x="3314" y="1723"/>
                  </a:cubicBezTo>
                  <a:lnTo>
                    <a:pt x="669" y="51"/>
                  </a:lnTo>
                  <a:cubicBezTo>
                    <a:pt x="608" y="17"/>
                    <a:pt x="540" y="1"/>
                    <a:pt x="4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93"/>
            <p:cNvSpPr/>
            <p:nvPr/>
          </p:nvSpPr>
          <p:spPr>
            <a:xfrm>
              <a:off x="2175350" y="3842350"/>
              <a:ext cx="348800" cy="348800"/>
            </a:xfrm>
            <a:custGeom>
              <a:avLst/>
              <a:gdLst/>
              <a:ahLst/>
              <a:cxnLst/>
              <a:rect l="l" t="t" r="r" b="b"/>
              <a:pathLst>
                <a:path w="13952" h="13952" extrusionOk="0">
                  <a:moveTo>
                    <a:pt x="10183" y="13952"/>
                  </a:moveTo>
                  <a:lnTo>
                    <a:pt x="3769" y="13952"/>
                  </a:lnTo>
                  <a:cubicBezTo>
                    <a:pt x="1672" y="13952"/>
                    <a:pt x="0" y="12280"/>
                    <a:pt x="0" y="10183"/>
                  </a:cubicBezTo>
                  <a:lnTo>
                    <a:pt x="0" y="3769"/>
                  </a:lnTo>
                  <a:cubicBezTo>
                    <a:pt x="0" y="1672"/>
                    <a:pt x="1672" y="0"/>
                    <a:pt x="3769" y="0"/>
                  </a:cubicBezTo>
                  <a:lnTo>
                    <a:pt x="10183" y="0"/>
                  </a:lnTo>
                  <a:cubicBezTo>
                    <a:pt x="12280" y="0"/>
                    <a:pt x="13952" y="1672"/>
                    <a:pt x="13952" y="3769"/>
                  </a:cubicBezTo>
                  <a:lnTo>
                    <a:pt x="13952" y="10183"/>
                  </a:lnTo>
                  <a:cubicBezTo>
                    <a:pt x="13952" y="12250"/>
                    <a:pt x="12280" y="13952"/>
                    <a:pt x="10183" y="1395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93"/>
            <p:cNvSpPr/>
            <p:nvPr/>
          </p:nvSpPr>
          <p:spPr>
            <a:xfrm>
              <a:off x="2336450" y="3963125"/>
              <a:ext cx="88925" cy="105525"/>
            </a:xfrm>
            <a:custGeom>
              <a:avLst/>
              <a:gdLst/>
              <a:ahLst/>
              <a:cxnLst/>
              <a:rect l="l" t="t" r="r" b="b"/>
              <a:pathLst>
                <a:path w="3557" h="4221" extrusionOk="0">
                  <a:moveTo>
                    <a:pt x="3134" y="0"/>
                  </a:moveTo>
                  <a:cubicBezTo>
                    <a:pt x="3063" y="0"/>
                    <a:pt x="2990" y="20"/>
                    <a:pt x="2918" y="63"/>
                  </a:cubicBezTo>
                  <a:lnTo>
                    <a:pt x="243" y="1735"/>
                  </a:lnTo>
                  <a:cubicBezTo>
                    <a:pt x="0" y="1947"/>
                    <a:pt x="0" y="2312"/>
                    <a:pt x="243" y="2495"/>
                  </a:cubicBezTo>
                  <a:lnTo>
                    <a:pt x="2918" y="4166"/>
                  </a:lnTo>
                  <a:cubicBezTo>
                    <a:pt x="2985" y="4203"/>
                    <a:pt x="3057" y="4220"/>
                    <a:pt x="3128" y="4220"/>
                  </a:cubicBezTo>
                  <a:cubicBezTo>
                    <a:pt x="3348" y="4220"/>
                    <a:pt x="3556" y="4054"/>
                    <a:pt x="3556" y="3802"/>
                  </a:cubicBezTo>
                  <a:lnTo>
                    <a:pt x="3556" y="458"/>
                  </a:lnTo>
                  <a:cubicBezTo>
                    <a:pt x="3556" y="203"/>
                    <a:pt x="3361" y="0"/>
                    <a:pt x="3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93"/>
            <p:cNvSpPr/>
            <p:nvPr/>
          </p:nvSpPr>
          <p:spPr>
            <a:xfrm>
              <a:off x="2271850" y="3963125"/>
              <a:ext cx="88925" cy="105525"/>
            </a:xfrm>
            <a:custGeom>
              <a:avLst/>
              <a:gdLst/>
              <a:ahLst/>
              <a:cxnLst/>
              <a:rect l="l" t="t" r="r" b="b"/>
              <a:pathLst>
                <a:path w="3557" h="4221" extrusionOk="0">
                  <a:moveTo>
                    <a:pt x="3134" y="0"/>
                  </a:moveTo>
                  <a:cubicBezTo>
                    <a:pt x="3064" y="0"/>
                    <a:pt x="2990" y="20"/>
                    <a:pt x="2918" y="63"/>
                  </a:cubicBezTo>
                  <a:lnTo>
                    <a:pt x="244" y="1735"/>
                  </a:lnTo>
                  <a:cubicBezTo>
                    <a:pt x="0" y="1947"/>
                    <a:pt x="0" y="2312"/>
                    <a:pt x="244" y="2495"/>
                  </a:cubicBezTo>
                  <a:lnTo>
                    <a:pt x="2918" y="4166"/>
                  </a:lnTo>
                  <a:cubicBezTo>
                    <a:pt x="2985" y="4203"/>
                    <a:pt x="3057" y="4220"/>
                    <a:pt x="3128" y="4220"/>
                  </a:cubicBezTo>
                  <a:cubicBezTo>
                    <a:pt x="3348" y="4220"/>
                    <a:pt x="3557" y="4054"/>
                    <a:pt x="3557" y="3802"/>
                  </a:cubicBezTo>
                  <a:lnTo>
                    <a:pt x="3557" y="458"/>
                  </a:lnTo>
                  <a:cubicBezTo>
                    <a:pt x="3557" y="203"/>
                    <a:pt x="3362" y="0"/>
                    <a:pt x="3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7" name="Google Shape;2267;p93"/>
          <p:cNvGrpSpPr/>
          <p:nvPr/>
        </p:nvGrpSpPr>
        <p:grpSpPr>
          <a:xfrm>
            <a:off x="2113226" y="619336"/>
            <a:ext cx="572266" cy="485128"/>
            <a:chOff x="5215992" y="1423628"/>
            <a:chExt cx="459836" cy="389787"/>
          </a:xfrm>
        </p:grpSpPr>
        <p:sp>
          <p:nvSpPr>
            <p:cNvPr id="2268" name="Google Shape;2268;p93"/>
            <p:cNvSpPr/>
            <p:nvPr/>
          </p:nvSpPr>
          <p:spPr>
            <a:xfrm>
              <a:off x="5215992" y="1423628"/>
              <a:ext cx="459836" cy="389787"/>
            </a:xfrm>
            <a:custGeom>
              <a:avLst/>
              <a:gdLst/>
              <a:ahLst/>
              <a:cxnLst/>
              <a:rect l="l" t="t" r="r" b="b"/>
              <a:pathLst>
                <a:path w="37831" h="32068" extrusionOk="0">
                  <a:moveTo>
                    <a:pt x="4445" y="0"/>
                  </a:moveTo>
                  <a:cubicBezTo>
                    <a:pt x="1995" y="0"/>
                    <a:pt x="0" y="1995"/>
                    <a:pt x="0" y="4446"/>
                  </a:cubicBezTo>
                  <a:lnTo>
                    <a:pt x="0" y="23868"/>
                  </a:lnTo>
                  <a:cubicBezTo>
                    <a:pt x="0" y="26320"/>
                    <a:pt x="1995" y="28314"/>
                    <a:pt x="4445" y="28314"/>
                  </a:cubicBezTo>
                  <a:lnTo>
                    <a:pt x="15162" y="28314"/>
                  </a:lnTo>
                  <a:lnTo>
                    <a:pt x="18915" y="32067"/>
                  </a:lnTo>
                  <a:lnTo>
                    <a:pt x="22667" y="28314"/>
                  </a:lnTo>
                  <a:lnTo>
                    <a:pt x="33384" y="28314"/>
                  </a:lnTo>
                  <a:cubicBezTo>
                    <a:pt x="35836" y="28314"/>
                    <a:pt x="37831" y="26320"/>
                    <a:pt x="37831" y="23868"/>
                  </a:cubicBezTo>
                  <a:lnTo>
                    <a:pt x="37831" y="4446"/>
                  </a:lnTo>
                  <a:cubicBezTo>
                    <a:pt x="37831" y="1995"/>
                    <a:pt x="35836" y="0"/>
                    <a:pt x="33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93"/>
            <p:cNvSpPr/>
            <p:nvPr/>
          </p:nvSpPr>
          <p:spPr>
            <a:xfrm>
              <a:off x="5360634" y="1526348"/>
              <a:ext cx="170547" cy="138713"/>
            </a:xfrm>
            <a:custGeom>
              <a:avLst/>
              <a:gdLst/>
              <a:ahLst/>
              <a:cxnLst/>
              <a:rect l="l" t="t" r="r" b="b"/>
              <a:pathLst>
                <a:path w="14031" h="11412" extrusionOk="0">
                  <a:moveTo>
                    <a:pt x="3685" y="1"/>
                  </a:moveTo>
                  <a:cubicBezTo>
                    <a:pt x="1657" y="1"/>
                    <a:pt x="0" y="1641"/>
                    <a:pt x="0" y="3686"/>
                  </a:cubicBezTo>
                  <a:cubicBezTo>
                    <a:pt x="0" y="4565"/>
                    <a:pt x="0" y="6881"/>
                    <a:pt x="5004" y="10109"/>
                  </a:cubicBezTo>
                  <a:lnTo>
                    <a:pt x="7015" y="11412"/>
                  </a:lnTo>
                  <a:lnTo>
                    <a:pt x="9027" y="10109"/>
                  </a:lnTo>
                  <a:cubicBezTo>
                    <a:pt x="14030" y="6881"/>
                    <a:pt x="14030" y="4565"/>
                    <a:pt x="14030" y="3686"/>
                  </a:cubicBezTo>
                  <a:cubicBezTo>
                    <a:pt x="14030" y="1641"/>
                    <a:pt x="12390" y="1"/>
                    <a:pt x="10345" y="1"/>
                  </a:cubicBezTo>
                  <a:cubicBezTo>
                    <a:pt x="8874" y="1"/>
                    <a:pt x="7623" y="846"/>
                    <a:pt x="7015" y="2081"/>
                  </a:cubicBezTo>
                  <a:cubicBezTo>
                    <a:pt x="6424" y="846"/>
                    <a:pt x="5155" y="1"/>
                    <a:pt x="3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2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2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800"/>
                                        <p:tgtEl>
                                          <p:spTgt spid="2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/>
                                        <p:tgtEl>
                                          <p:spTgt spid="2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800"/>
                                        <p:tgtEl>
                                          <p:spTgt spid="2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7" dur="800" fill="hold"/>
                                        <p:tgtEl>
                                          <p:spTgt spid="22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9" dur="800" fill="hold"/>
                                        <p:tgtEl>
                                          <p:spTgt spid="2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 Online News App by Slidesgo">
  <a:themeElements>
    <a:clrScheme name="Simple Light">
      <a:dk1>
        <a:srgbClr val="17336B"/>
      </a:dk1>
      <a:lt1>
        <a:srgbClr val="F9F8FF"/>
      </a:lt1>
      <a:dk2>
        <a:srgbClr val="66BEE9"/>
      </a:dk2>
      <a:lt2>
        <a:srgbClr val="4EB3E4"/>
      </a:lt2>
      <a:accent1>
        <a:srgbClr val="FFD65F"/>
      </a:accent1>
      <a:accent2>
        <a:srgbClr val="FDA0B4"/>
      </a:accent2>
      <a:accent3>
        <a:srgbClr val="E951C2"/>
      </a:accent3>
      <a:accent4>
        <a:srgbClr val="60D8F4"/>
      </a:accent4>
      <a:accent5>
        <a:srgbClr val="81EEEB"/>
      </a:accent5>
      <a:accent6>
        <a:srgbClr val="DF5F69"/>
      </a:accent6>
      <a:hlink>
        <a:srgbClr val="0D2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658</Words>
  <Application>Microsoft Office PowerPoint</Application>
  <PresentationFormat>On-screen Show (16:9)</PresentationFormat>
  <Paragraphs>127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Denk One</vt:lpstr>
      <vt:lpstr>DM Serif Text</vt:lpstr>
      <vt:lpstr>Wingdings</vt:lpstr>
      <vt:lpstr>Orbitron</vt:lpstr>
      <vt:lpstr>Anaheim</vt:lpstr>
      <vt:lpstr>Fira Sans Extra Condensed</vt:lpstr>
      <vt:lpstr>Quicksand</vt:lpstr>
      <vt:lpstr> Online News App by Slidesgo</vt:lpstr>
      <vt:lpstr>Multi-Site Inventory Management System</vt:lpstr>
      <vt:lpstr>Team work</vt:lpstr>
      <vt:lpstr>02</vt:lpstr>
      <vt:lpstr>Introduction</vt:lpstr>
      <vt:lpstr>Database Schema </vt:lpstr>
      <vt:lpstr>PowerPoint Presentation</vt:lpstr>
      <vt:lpstr>PowerPoint Presentation</vt:lpstr>
      <vt:lpstr>Data Distribution</vt:lpstr>
      <vt:lpstr>PowerPoint Presentation</vt:lpstr>
      <vt:lpstr>OUt Put</vt:lpstr>
      <vt:lpstr>Transaction Management</vt:lpstr>
      <vt:lpstr>PowerPoint Presentation</vt:lpstr>
      <vt:lpstr>PowerPoint Presentation</vt:lpstr>
      <vt:lpstr>PowerPoint Presentation</vt:lpstr>
      <vt:lpstr>Replication</vt:lpstr>
      <vt:lpstr>PowerPoint Presentation</vt:lpstr>
      <vt:lpstr>Reporting</vt:lpstr>
      <vt:lpstr>PowerPoint Presentation</vt:lpstr>
      <vt:lpstr>PowerPoint Presentation</vt:lpstr>
      <vt:lpstr>PowerPoint Presentation</vt:lpstr>
      <vt:lpstr>PowerPoint Presentation</vt:lpstr>
      <vt:lpstr>Fragmentation</vt:lpstr>
      <vt:lpstr>PowerPoint Presentation</vt:lpstr>
      <vt:lpstr>PowerPoint Presentation</vt:lpstr>
      <vt:lpstr>PowerPoint Presentation</vt:lpstr>
      <vt:lpstr>PowerPoint Presentation</vt:lpstr>
      <vt:lpstr>User Interface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Multi-Site Inventory Management System</dc:title>
  <dc:creator/>
  <cp:lastModifiedBy>B&amp;Y</cp:lastModifiedBy>
  <cp:revision>5</cp:revision>
  <dcterms:created xsi:type="dcterms:W3CDTF">2024-12-23T23:26:15Z</dcterms:created>
  <dcterms:modified xsi:type="dcterms:W3CDTF">2024-12-26T00:08:38Z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B8201622B6C442308AB12708A6E62057_13</vt:lpwstr>
  </property>
  <property fmtid="{D5CDD505-2E9C-101B-9397-08002B2CF9AE}" pid="3" name="KSOProductBuildVer">
    <vt:lpwstr>1033-12.2.0.19307</vt:lpwstr>
  </property>
</Properties>
</file>